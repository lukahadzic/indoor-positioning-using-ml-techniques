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8"/>
  </p:notesMasterIdLst>
  <p:handoutMasterIdLst>
    <p:handoutMasterId r:id="rId19"/>
  </p:handoutMasterIdLst>
  <p:sldIdLst>
    <p:sldId id="340" r:id="rId5"/>
    <p:sldId id="341" r:id="rId6"/>
    <p:sldId id="342" r:id="rId7"/>
    <p:sldId id="356" r:id="rId8"/>
    <p:sldId id="346" r:id="rId9"/>
    <p:sldId id="347" r:id="rId10"/>
    <p:sldId id="357" r:id="rId11"/>
    <p:sldId id="360" r:id="rId12"/>
    <p:sldId id="359" r:id="rId13"/>
    <p:sldId id="358" r:id="rId14"/>
    <p:sldId id="362" r:id="rId15"/>
    <p:sldId id="361" r:id="rId16"/>
    <p:sldId id="35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900"/>
    <a:srgbClr val="000080"/>
    <a:srgbClr val="B6F64C"/>
    <a:srgbClr val="606060"/>
    <a:srgbClr val="104D4A"/>
    <a:srgbClr val="F9E0B9"/>
    <a:srgbClr val="EFD7B2"/>
    <a:srgbClr val="00635D"/>
    <a:srgbClr val="50F6F1"/>
    <a:srgbClr val="FFAE0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E171933-4619-4E11-9A3F-F7608DF75F80}">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autoAdjust="0"/>
  </p:normalViewPr>
  <p:slideViewPr>
    <p:cSldViewPr snapToGrid="0">
      <p:cViewPr>
        <p:scale>
          <a:sx n="85" d="100"/>
          <a:sy n="85" d="100"/>
        </p:scale>
        <p:origin x="590" y="-24"/>
      </p:cViewPr>
      <p:guideLst/>
    </p:cSldViewPr>
  </p:slideViewPr>
  <p:outlineViewPr>
    <p:cViewPr>
      <p:scale>
        <a:sx n="33" d="100"/>
        <a:sy n="33" d="100"/>
      </p:scale>
      <p:origin x="0" y="-11376"/>
    </p:cViewPr>
  </p:outlineViewPr>
  <p:notesTextViewPr>
    <p:cViewPr>
      <p:scale>
        <a:sx n="1" d="1"/>
        <a:sy n="1" d="1"/>
      </p:scale>
      <p:origin x="0" y="0"/>
    </p:cViewPr>
  </p:notesTextViewPr>
  <p:sorterViewPr>
    <p:cViewPr varScale="1">
      <p:scale>
        <a:sx n="100" d="100"/>
        <a:sy n="100" d="100"/>
      </p:scale>
      <p:origin x="0" y="-6264"/>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4_1" csCatId="accent4" phldr="1"/>
      <dgm:spPr/>
      <dgm:t>
        <a:bodyPr/>
        <a:lstStyle/>
        <a:p>
          <a:endParaRPr lang="en-US"/>
        </a:p>
      </dgm:t>
    </dgm:pt>
    <dgm:pt modelId="{A8C03FBB-4A75-4460-AEA6-DEAEB9C61496}">
      <dgm:prSet phldrT="[Text]" phldr="0" custT="1"/>
      <dgm:spPr/>
      <dgm:t>
        <a:bodyPr/>
        <a:lstStyle/>
        <a:p>
          <a:pPr>
            <a:defRPr b="1"/>
          </a:pPr>
          <a:r>
            <a:rPr lang="sr-Latn-RS" sz="1800" dirty="0">
              <a:latin typeface="+mj-lt"/>
            </a:rPr>
            <a:t>1.</a:t>
          </a:r>
          <a:endParaRPr lang="en-US" sz="1800" dirty="0">
            <a:latin typeface="+mj-lt"/>
          </a:endParaRPr>
        </a:p>
      </dgm:t>
    </dgm:pt>
    <dgm:pt modelId="{4E972F7F-4B1B-47AA-A25B-1FFC561F1C76}" type="parTrans" cxnId="{D3D81948-D963-4D1E-AE16-9705EAF510FC}">
      <dgm:prSet/>
      <dgm:spPr/>
      <dgm:t>
        <a:bodyPr/>
        <a:lstStyle/>
        <a:p>
          <a:endParaRPr lang="en-US" sz="1800">
            <a:latin typeface="+mj-lt"/>
          </a:endParaRPr>
        </a:p>
      </dgm:t>
    </dgm:pt>
    <dgm:pt modelId="{67361508-930A-4A23-8CFC-BB56DA645C3C}" type="sibTrans" cxnId="{D3D81948-D963-4D1E-AE16-9705EAF510FC}">
      <dgm:prSet/>
      <dgm:spPr/>
      <dgm:t>
        <a:bodyPr/>
        <a:lstStyle/>
        <a:p>
          <a:endParaRPr lang="en-US" sz="1800">
            <a:latin typeface="+mj-lt"/>
          </a:endParaRPr>
        </a:p>
      </dgm:t>
    </dgm:pt>
    <dgm:pt modelId="{5E71F362-34DF-4EEC-92A3-0EFE450E05E4}">
      <dgm:prSet phldrT="[Text]" phldr="0" custT="1"/>
      <dgm:spPr/>
      <dgm:t>
        <a:bodyPr/>
        <a:lstStyle/>
        <a:p>
          <a:pPr algn="ctr"/>
          <a:r>
            <a:rPr lang="sr-Latn-RS" sz="2000" baseline="0" dirty="0">
              <a:latin typeface="+mj-lt"/>
            </a:rPr>
            <a:t>*</a:t>
          </a:r>
          <a:r>
            <a:rPr lang="sr-Latn-RS" sz="2000" dirty="0">
              <a:latin typeface="+mj-lt"/>
            </a:rPr>
            <a:t>     </a:t>
          </a:r>
          <a:r>
            <a:rPr lang="sr-Latn-RS" sz="2000" dirty="0">
              <a:solidFill>
                <a:schemeClr val="bg1"/>
              </a:solidFill>
              <a:latin typeface="+mj-lt"/>
            </a:rPr>
            <a:t>  </a:t>
          </a:r>
          <a:r>
            <a:rPr lang="sr-Latn-RS" sz="2000" dirty="0">
              <a:latin typeface="+mj-lt"/>
            </a:rPr>
            <a:t>-100dBm</a:t>
          </a:r>
          <a:endParaRPr lang="en-US" sz="2000" dirty="0">
            <a:latin typeface="+mj-lt"/>
          </a:endParaRPr>
        </a:p>
      </dgm:t>
    </dgm:pt>
    <dgm:pt modelId="{8E5EE4D1-908E-455C-B8B3-281AD42DEC9A}" type="parTrans" cxnId="{B99CA6C9-28D1-4DDB-B8EC-AED73AD115CA}">
      <dgm:prSet/>
      <dgm:spPr/>
      <dgm:t>
        <a:bodyPr/>
        <a:lstStyle/>
        <a:p>
          <a:endParaRPr lang="en-US" sz="1800">
            <a:latin typeface="+mj-lt"/>
          </a:endParaRPr>
        </a:p>
      </dgm:t>
    </dgm:pt>
    <dgm:pt modelId="{B208B24A-E9FD-40A9-B764-FB7C2B7ED8B9}" type="sibTrans" cxnId="{B99CA6C9-28D1-4DDB-B8EC-AED73AD115CA}">
      <dgm:prSet/>
      <dgm:spPr/>
      <dgm:t>
        <a:bodyPr/>
        <a:lstStyle/>
        <a:p>
          <a:endParaRPr lang="en-US" sz="1800">
            <a:latin typeface="+mj-lt"/>
          </a:endParaRPr>
        </a:p>
      </dgm:t>
    </dgm:pt>
    <dgm:pt modelId="{91969DED-4CB8-4A14-A50B-3F7B848E46B5}">
      <dgm:prSet phldrT="[Text]" phldr="0" custT="1"/>
      <dgm:spPr/>
      <dgm:t>
        <a:bodyPr/>
        <a:lstStyle/>
        <a:p>
          <a:pPr>
            <a:defRPr b="1"/>
          </a:pPr>
          <a:r>
            <a:rPr lang="sr-Latn-RS" sz="1800" dirty="0">
              <a:latin typeface="+mj-lt"/>
            </a:rPr>
            <a:t>2.</a:t>
          </a:r>
          <a:endParaRPr lang="en-US" sz="1800" dirty="0">
            <a:latin typeface="+mj-lt"/>
          </a:endParaRPr>
        </a:p>
      </dgm:t>
    </dgm:pt>
    <dgm:pt modelId="{441CD73D-85E1-42A6-BCF8-362A3247E2F3}" type="parTrans" cxnId="{537F2ED0-8BD0-4AD5-B60D-89B660EDA1AC}">
      <dgm:prSet/>
      <dgm:spPr/>
      <dgm:t>
        <a:bodyPr/>
        <a:lstStyle/>
        <a:p>
          <a:endParaRPr lang="en-US" sz="1800">
            <a:latin typeface="+mj-lt"/>
          </a:endParaRPr>
        </a:p>
      </dgm:t>
    </dgm:pt>
    <dgm:pt modelId="{81CA8AA2-C0C3-4381-BA8B-413EDD578B83}" type="sibTrans" cxnId="{537F2ED0-8BD0-4AD5-B60D-89B660EDA1AC}">
      <dgm:prSet/>
      <dgm:spPr/>
      <dgm:t>
        <a:bodyPr/>
        <a:lstStyle/>
        <a:p>
          <a:endParaRPr lang="en-US" sz="1800">
            <a:latin typeface="+mj-lt"/>
          </a:endParaRPr>
        </a:p>
      </dgm:t>
    </dgm:pt>
    <dgm:pt modelId="{8A04F340-E8E1-4146-9905-E7ADCAEAABD7}">
      <dgm:prSet phldrT="[Text]" phldr="0" custT="1"/>
      <dgm:spPr/>
      <dgm:t>
        <a:bodyPr/>
        <a:lstStyle/>
        <a:p>
          <a:pPr algn="ctr"/>
          <a:r>
            <a:rPr lang="en-US" sz="2000" dirty="0">
              <a:latin typeface="+mj-lt"/>
            </a:rPr>
            <a:t>Min-max </a:t>
          </a:r>
          <a:r>
            <a:rPr lang="en-US" sz="2000" dirty="0" err="1">
              <a:latin typeface="+mj-lt"/>
            </a:rPr>
            <a:t>normalizacija</a:t>
          </a:r>
          <a:endParaRPr lang="en-US" sz="2000" dirty="0">
            <a:latin typeface="+mj-lt"/>
          </a:endParaRPr>
        </a:p>
      </dgm:t>
    </dgm:pt>
    <dgm:pt modelId="{4EBD5EC2-45ED-4ED6-8376-97D155A911AE}" type="parTrans" cxnId="{E636BFFB-0404-4D4B-B3F0-C64FDFD9DDEF}">
      <dgm:prSet/>
      <dgm:spPr/>
      <dgm:t>
        <a:bodyPr/>
        <a:lstStyle/>
        <a:p>
          <a:endParaRPr lang="en-US" sz="1800">
            <a:latin typeface="+mj-lt"/>
          </a:endParaRPr>
        </a:p>
      </dgm:t>
    </dgm:pt>
    <dgm:pt modelId="{F9CD2A04-6A34-4104-A971-391788B88F55}" type="sibTrans" cxnId="{E636BFFB-0404-4D4B-B3F0-C64FDFD9DDEF}">
      <dgm:prSet/>
      <dgm:spPr/>
      <dgm:t>
        <a:bodyPr/>
        <a:lstStyle/>
        <a:p>
          <a:endParaRPr lang="en-US" sz="1800">
            <a:latin typeface="+mj-lt"/>
          </a:endParaRPr>
        </a:p>
      </dgm:t>
    </dgm:pt>
    <dgm:pt modelId="{3CC73758-10C1-47F8-AFA7-1A986D4DDD60}">
      <dgm:prSet phldrT="[Text]" phldr="0" custT="1"/>
      <dgm:spPr/>
      <dgm:t>
        <a:bodyPr/>
        <a:lstStyle/>
        <a:p>
          <a:pPr>
            <a:defRPr b="1"/>
          </a:pPr>
          <a:r>
            <a:rPr lang="sr-Latn-RS" sz="1800" dirty="0">
              <a:latin typeface="+mj-lt"/>
            </a:rPr>
            <a:t>3.</a:t>
          </a:r>
          <a:endParaRPr lang="en-US" sz="1800" dirty="0">
            <a:latin typeface="+mj-lt"/>
          </a:endParaRPr>
        </a:p>
      </dgm:t>
    </dgm:pt>
    <dgm:pt modelId="{FF6AE4B6-4A2F-49EE-9316-9AF55E77838B}" type="parTrans" cxnId="{4A69F85D-5C15-48FD-893A-B3050E1BADEB}">
      <dgm:prSet/>
      <dgm:spPr/>
      <dgm:t>
        <a:bodyPr/>
        <a:lstStyle/>
        <a:p>
          <a:endParaRPr lang="en-US" sz="1800">
            <a:latin typeface="+mj-lt"/>
          </a:endParaRPr>
        </a:p>
      </dgm:t>
    </dgm:pt>
    <dgm:pt modelId="{D8170BBA-6035-4773-8431-FEDD687647FF}" type="sibTrans" cxnId="{4A69F85D-5C15-48FD-893A-B3050E1BADEB}">
      <dgm:prSet/>
      <dgm:spPr/>
      <dgm:t>
        <a:bodyPr/>
        <a:lstStyle/>
        <a:p>
          <a:endParaRPr lang="en-US" sz="1800">
            <a:latin typeface="+mj-lt"/>
          </a:endParaRPr>
        </a:p>
      </dgm:t>
    </dgm:pt>
    <dgm:pt modelId="{FD9CA14A-483C-4869-B0C1-7C5FB7EEDBCC}">
      <dgm:prSet phldrT="[Text]" phldr="0" custT="1"/>
      <dgm:spPr/>
      <dgm:t>
        <a:bodyPr/>
        <a:lstStyle/>
        <a:p>
          <a:pPr algn="ctr"/>
          <a:r>
            <a:rPr lang="en-US" sz="2000" dirty="0">
              <a:latin typeface="+mj-lt"/>
            </a:rPr>
            <a:t>90/10 </a:t>
          </a:r>
          <a:r>
            <a:rPr lang="en-US" sz="2000" dirty="0" err="1">
              <a:latin typeface="+mj-lt"/>
            </a:rPr>
            <a:t>trening</a:t>
          </a:r>
          <a:r>
            <a:rPr lang="en-US" sz="2000" dirty="0">
              <a:latin typeface="+mj-lt"/>
            </a:rPr>
            <a:t>/test</a:t>
          </a:r>
        </a:p>
      </dgm:t>
    </dgm:pt>
    <dgm:pt modelId="{8182A92F-45BA-4CD1-8E43-0B0810A50FEB}" type="parTrans" cxnId="{5EDA943F-300F-408A-A52E-3D5140FD5C22}">
      <dgm:prSet/>
      <dgm:spPr/>
      <dgm:t>
        <a:bodyPr/>
        <a:lstStyle/>
        <a:p>
          <a:endParaRPr lang="en-US" sz="1800">
            <a:latin typeface="+mj-lt"/>
          </a:endParaRPr>
        </a:p>
      </dgm:t>
    </dgm:pt>
    <dgm:pt modelId="{914BB93C-EA8A-4B5B-8F06-30DA7C7F4B7B}" type="sibTrans" cxnId="{5EDA943F-300F-408A-A52E-3D5140FD5C22}">
      <dgm:prSet/>
      <dgm:spPr/>
      <dgm:t>
        <a:bodyPr/>
        <a:lstStyle/>
        <a:p>
          <a:endParaRPr lang="en-US" sz="1800">
            <a:latin typeface="+mj-lt"/>
          </a:endParaRPr>
        </a:p>
      </dgm:t>
    </dgm:pt>
    <dgm:pt modelId="{D2FE027B-4161-41E1-B4D4-02AECB2E3FA0}">
      <dgm:prSet phldrT="[Text]" phldr="0" custT="1"/>
      <dgm:spPr/>
      <dgm:t>
        <a:bodyPr/>
        <a:lstStyle/>
        <a:p>
          <a:pPr>
            <a:defRPr b="1"/>
          </a:pPr>
          <a:r>
            <a:rPr lang="sr-Latn-RS" sz="1800" dirty="0">
              <a:latin typeface="+mj-lt"/>
            </a:rPr>
            <a:t>4.</a:t>
          </a:r>
          <a:endParaRPr lang="en-US" sz="1800" dirty="0">
            <a:latin typeface="+mj-lt"/>
          </a:endParaRPr>
        </a:p>
      </dgm:t>
    </dgm:pt>
    <dgm:pt modelId="{88680CFE-3CE0-4842-B3D3-716D3B671238}" type="parTrans" cxnId="{4F4F82A2-02F1-492B-96C1-46C070BEFCE3}">
      <dgm:prSet/>
      <dgm:spPr/>
      <dgm:t>
        <a:bodyPr/>
        <a:lstStyle/>
        <a:p>
          <a:endParaRPr lang="en-US" sz="1800">
            <a:latin typeface="+mj-lt"/>
          </a:endParaRPr>
        </a:p>
      </dgm:t>
    </dgm:pt>
    <dgm:pt modelId="{4D59E06B-629C-40B5-96D3-423B7A56C945}" type="sibTrans" cxnId="{4F4F82A2-02F1-492B-96C1-46C070BEFCE3}">
      <dgm:prSet/>
      <dgm:spPr/>
      <dgm:t>
        <a:bodyPr/>
        <a:lstStyle/>
        <a:p>
          <a:endParaRPr lang="en-US" sz="1800">
            <a:latin typeface="+mj-lt"/>
          </a:endParaRPr>
        </a:p>
      </dgm:t>
    </dgm:pt>
    <dgm:pt modelId="{2BE415B7-7185-4956-8487-237B40BC0EE5}">
      <dgm:prSet phldrT="[Text]" phldr="0" custT="1"/>
      <dgm:spPr/>
      <dgm:t>
        <a:bodyPr/>
        <a:lstStyle/>
        <a:p>
          <a:pPr algn="ctr"/>
          <a:r>
            <a:rPr lang="en-US" sz="2000" dirty="0" err="1">
              <a:latin typeface="+mj-lt"/>
            </a:rPr>
            <a:t>Podaci</a:t>
          </a:r>
          <a:r>
            <a:rPr lang="en-US" sz="2000" dirty="0">
              <a:latin typeface="+mj-lt"/>
            </a:rPr>
            <a:t> </a:t>
          </a:r>
          <a:r>
            <a:rPr lang="en-US" sz="2000" dirty="0" err="1">
              <a:latin typeface="+mj-lt"/>
            </a:rPr>
            <a:t>su</a:t>
          </a:r>
          <a:r>
            <a:rPr lang="en-US" sz="2000" dirty="0">
              <a:latin typeface="+mj-lt"/>
            </a:rPr>
            <a:t> </a:t>
          </a:r>
          <a:r>
            <a:rPr lang="en-US" sz="2000" dirty="0" err="1">
              <a:latin typeface="+mj-lt"/>
            </a:rPr>
            <a:t>spremni</a:t>
          </a:r>
          <a:endParaRPr lang="en-US" sz="2000" dirty="0">
            <a:latin typeface="+mj-lt"/>
          </a:endParaRPr>
        </a:p>
      </dgm:t>
    </dgm:pt>
    <dgm:pt modelId="{A38E847E-0D1D-4F40-9A71-4D5999ADE08B}" type="parTrans" cxnId="{CB32A309-9CA9-4554-941D-519A91A9E733}">
      <dgm:prSet/>
      <dgm:spPr/>
      <dgm:t>
        <a:bodyPr/>
        <a:lstStyle/>
        <a:p>
          <a:endParaRPr lang="en-US" sz="1800">
            <a:latin typeface="+mj-lt"/>
          </a:endParaRPr>
        </a:p>
      </dgm:t>
    </dgm:pt>
    <dgm:pt modelId="{F0D1C61C-E3F2-49BA-A2D8-C04A81308E5D}" type="sibTrans" cxnId="{CB32A309-9CA9-4554-941D-519A91A9E733}">
      <dgm:prSet/>
      <dgm:spPr/>
      <dgm:t>
        <a:bodyPr/>
        <a:lstStyle/>
        <a:p>
          <a:endParaRPr lang="en-US" sz="1800">
            <a:latin typeface="+mj-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lt1">
            <a:alpha val="90000"/>
            <a:tint val="40000"/>
            <a:hueOff val="0"/>
            <a:satOff val="0"/>
            <a:lumOff val="0"/>
            <a:alphaOff val="0"/>
          </a:schemeClr>
        </a:solidFill>
        <a:ln w="15875" cap="rnd" cmpd="sng" algn="ctr">
          <a:solidFill>
            <a:schemeClr val="accent4">
              <a:alpha val="90000"/>
              <a:hueOff val="0"/>
              <a:satOff val="0"/>
              <a:lumOff val="0"/>
              <a:alphaOff val="0"/>
            </a:schemeClr>
          </a:solidFill>
          <a:prstDash val="solid"/>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custScaleY="107557"/>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9525" cap="rnd" cmpd="sng" algn="ctr">
          <a:solidFill>
            <a:schemeClr val="accent4">
              <a:hueOff val="0"/>
              <a:satOff val="0"/>
              <a:lumOff val="0"/>
              <a:alphaOff val="0"/>
            </a:schemeClr>
          </a:solidFill>
          <a:prstDash val="dash"/>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9525" cap="rnd" cmpd="sng" algn="ctr">
          <a:solidFill>
            <a:schemeClr val="accent4">
              <a:hueOff val="0"/>
              <a:satOff val="0"/>
              <a:lumOff val="0"/>
              <a:alphaOff val="0"/>
            </a:schemeClr>
          </a:solidFill>
          <a:prstDash val="dash"/>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custScaleY="96665" custLinFactNeighborY="349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9525" cap="rnd" cmpd="sng" algn="ctr">
          <a:solidFill>
            <a:schemeClr val="accent4">
              <a:hueOff val="0"/>
              <a:satOff val="0"/>
              <a:lumOff val="0"/>
              <a:alphaOff val="0"/>
            </a:schemeClr>
          </a:solidFill>
          <a:prstDash val="dash"/>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9525" cap="rnd" cmpd="sng" algn="ctr">
          <a:solidFill>
            <a:schemeClr val="accent4">
              <a:hueOff val="0"/>
              <a:satOff val="0"/>
              <a:lumOff val="0"/>
              <a:alphaOff val="0"/>
            </a:schemeClr>
          </a:solidFill>
          <a:prstDash val="dash"/>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2580481"/>
          <a:ext cx="5972175" cy="0"/>
        </a:xfrm>
        <a:prstGeom prst="line">
          <a:avLst/>
        </a:prstGeom>
        <a:solidFill>
          <a:schemeClr val="lt1">
            <a:alpha val="90000"/>
            <a:tint val="40000"/>
            <a:hueOff val="0"/>
            <a:satOff val="0"/>
            <a:lumOff val="0"/>
            <a:alphaOff val="0"/>
          </a:schemeClr>
        </a:solidFill>
        <a:ln w="15875" cap="rnd" cmpd="sng" algn="ctr">
          <a:solidFill>
            <a:schemeClr val="accent4">
              <a:alpha val="90000"/>
              <a:hueOff val="0"/>
              <a:satOff val="0"/>
              <a:lumOff val="0"/>
              <a:alphaOff val="0"/>
            </a:schemeClr>
          </a:solidFill>
          <a:prstDash val="solid"/>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32478" y="2780237"/>
          <a:ext cx="1916928" cy="580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sr-Latn-RS" sz="1800" kern="1200" dirty="0">
              <a:latin typeface="+mj-lt"/>
            </a:rPr>
            <a:t>1.</a:t>
          </a:r>
          <a:endParaRPr lang="en-US" sz="1800" kern="1200" dirty="0">
            <a:latin typeface="+mj-lt"/>
          </a:endParaRPr>
        </a:p>
      </dsp:txBody>
      <dsp:txXfrm>
        <a:off x="132478" y="2780237"/>
        <a:ext cx="1916928" cy="580189"/>
      </dsp:txXfrm>
    </dsp:sp>
    <dsp:sp modelId="{BA29120C-7C6B-4F62-9079-4AD528BC0744}">
      <dsp:nvSpPr>
        <dsp:cNvPr id="0" name=""/>
        <dsp:cNvSpPr/>
      </dsp:nvSpPr>
      <dsp:spPr>
        <a:xfrm>
          <a:off x="1778" y="683663"/>
          <a:ext cx="2178327" cy="941574"/>
        </a:xfrm>
        <a:prstGeom prst="roundRect">
          <a:avLst/>
        </a:prstGeom>
        <a:solidFill>
          <a:schemeClr val="accent4">
            <a:alpha val="90000"/>
            <a:tint val="4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0" tIns="177800" rIns="177800" bIns="177800" numCol="1" spcCol="1270" anchor="ctr" anchorCtr="0">
          <a:noAutofit/>
        </a:bodyPr>
        <a:lstStyle/>
        <a:p>
          <a:pPr marL="0" lvl="0" indent="0" algn="ctr" defTabSz="889000">
            <a:lnSpc>
              <a:spcPct val="90000"/>
            </a:lnSpc>
            <a:spcBef>
              <a:spcPct val="0"/>
            </a:spcBef>
            <a:spcAft>
              <a:spcPct val="35000"/>
            </a:spcAft>
            <a:buNone/>
          </a:pPr>
          <a:r>
            <a:rPr lang="sr-Latn-RS" sz="2000" kern="1200" baseline="0" dirty="0">
              <a:latin typeface="+mj-lt"/>
            </a:rPr>
            <a:t>*</a:t>
          </a:r>
          <a:r>
            <a:rPr lang="sr-Latn-RS" sz="2000" kern="1200" dirty="0">
              <a:latin typeface="+mj-lt"/>
            </a:rPr>
            <a:t>     </a:t>
          </a:r>
          <a:r>
            <a:rPr lang="sr-Latn-RS" sz="2000" kern="1200" dirty="0">
              <a:solidFill>
                <a:schemeClr val="bg1"/>
              </a:solidFill>
              <a:latin typeface="+mj-lt"/>
            </a:rPr>
            <a:t>  </a:t>
          </a:r>
          <a:r>
            <a:rPr lang="sr-Latn-RS" sz="2000" kern="1200" dirty="0">
              <a:latin typeface="+mj-lt"/>
            </a:rPr>
            <a:t>-100dBm</a:t>
          </a:r>
          <a:endParaRPr lang="en-US" sz="2000" kern="1200" dirty="0">
            <a:latin typeface="+mj-lt"/>
          </a:endParaRPr>
        </a:p>
      </dsp:txBody>
      <dsp:txXfrm>
        <a:off x="47742" y="729627"/>
        <a:ext cx="2086399" cy="849646"/>
      </dsp:txXfrm>
    </dsp:sp>
    <dsp:sp modelId="{A95DB80B-444A-4D69-B205-3A801BB8524A}">
      <dsp:nvSpPr>
        <dsp:cNvPr id="0" name=""/>
        <dsp:cNvSpPr/>
      </dsp:nvSpPr>
      <dsp:spPr>
        <a:xfrm>
          <a:off x="1090942" y="1608698"/>
          <a:ext cx="0" cy="975540"/>
        </a:xfrm>
        <a:prstGeom prst="line">
          <a:avLst/>
        </a:prstGeom>
        <a:noFill/>
        <a:ln w="9525" cap="rnd" cmpd="sng" algn="ctr">
          <a:solidFill>
            <a:schemeClr val="accent4">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395908" y="1806337"/>
          <a:ext cx="1916928" cy="583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r>
            <a:rPr lang="sr-Latn-RS" sz="1800" kern="1200" dirty="0">
              <a:latin typeface="+mj-lt"/>
            </a:rPr>
            <a:t>2.</a:t>
          </a:r>
          <a:endParaRPr lang="en-US" sz="1800" kern="1200" dirty="0">
            <a:latin typeface="+mj-lt"/>
          </a:endParaRPr>
        </a:p>
      </dsp:txBody>
      <dsp:txXfrm>
        <a:off x="1395908" y="1806337"/>
        <a:ext cx="1916928" cy="583188"/>
      </dsp:txXfrm>
    </dsp:sp>
    <dsp:sp modelId="{FA19A0AA-8B0B-4AA8-A80D-08CFFDD3F112}">
      <dsp:nvSpPr>
        <dsp:cNvPr id="0" name=""/>
        <dsp:cNvSpPr/>
      </dsp:nvSpPr>
      <dsp:spPr>
        <a:xfrm>
          <a:off x="1052235" y="2550773"/>
          <a:ext cx="77414" cy="77016"/>
        </a:xfrm>
        <a:prstGeom prst="ellipse">
          <a:avLst/>
        </a:prstGeom>
        <a:solidFill>
          <a:schemeClr val="lt1">
            <a:hueOff val="0"/>
            <a:satOff val="0"/>
            <a:lumOff val="0"/>
            <a:alphaOff val="0"/>
          </a:schemeClr>
        </a:solidFill>
        <a:ln w="15875" cap="rnd"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1265208" y="3561064"/>
          <a:ext cx="2178327" cy="1017435"/>
        </a:xfrm>
        <a:prstGeom prst="roundRect">
          <a:avLst/>
        </a:prstGeom>
        <a:solidFill>
          <a:schemeClr val="accent4">
            <a:alpha val="90000"/>
            <a:tint val="4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0" tIns="177800" rIns="177800" bIns="1778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j-lt"/>
            </a:rPr>
            <a:t>Min-max </a:t>
          </a:r>
          <a:r>
            <a:rPr lang="en-US" sz="2000" kern="1200" dirty="0" err="1">
              <a:latin typeface="+mj-lt"/>
            </a:rPr>
            <a:t>normalizacija</a:t>
          </a:r>
          <a:endParaRPr lang="en-US" sz="2000" kern="1200" dirty="0">
            <a:latin typeface="+mj-lt"/>
          </a:endParaRPr>
        </a:p>
      </dsp:txBody>
      <dsp:txXfrm>
        <a:off x="1314875" y="3610731"/>
        <a:ext cx="2078993" cy="918101"/>
      </dsp:txXfrm>
    </dsp:sp>
    <dsp:sp modelId="{DBD74D6B-057A-432C-9067-BF618C19EB2A}">
      <dsp:nvSpPr>
        <dsp:cNvPr id="0" name=""/>
        <dsp:cNvSpPr/>
      </dsp:nvSpPr>
      <dsp:spPr>
        <a:xfrm>
          <a:off x="2354372" y="2580481"/>
          <a:ext cx="0" cy="980582"/>
        </a:xfrm>
        <a:prstGeom prst="line">
          <a:avLst/>
        </a:prstGeom>
        <a:noFill/>
        <a:ln w="9525" cap="rnd" cmpd="sng" algn="ctr">
          <a:solidFill>
            <a:schemeClr val="accent4">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2659338" y="2767337"/>
          <a:ext cx="1916928" cy="583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00100">
            <a:lnSpc>
              <a:spcPct val="90000"/>
            </a:lnSpc>
            <a:spcBef>
              <a:spcPct val="0"/>
            </a:spcBef>
            <a:spcAft>
              <a:spcPct val="35000"/>
            </a:spcAft>
            <a:buNone/>
            <a:defRPr b="1"/>
          </a:pPr>
          <a:r>
            <a:rPr lang="sr-Latn-RS" sz="1800" kern="1200" dirty="0">
              <a:latin typeface="+mj-lt"/>
            </a:rPr>
            <a:t>3.</a:t>
          </a:r>
          <a:endParaRPr lang="en-US" sz="1800" kern="1200" dirty="0">
            <a:latin typeface="+mj-lt"/>
          </a:endParaRPr>
        </a:p>
      </dsp:txBody>
      <dsp:txXfrm>
        <a:off x="2659338" y="2767337"/>
        <a:ext cx="1916928" cy="583188"/>
      </dsp:txXfrm>
    </dsp:sp>
    <dsp:sp modelId="{0F979253-FD39-4920-BFCA-78C564B167EA}">
      <dsp:nvSpPr>
        <dsp:cNvPr id="0" name=""/>
        <dsp:cNvSpPr/>
      </dsp:nvSpPr>
      <dsp:spPr>
        <a:xfrm>
          <a:off x="2315665" y="2541774"/>
          <a:ext cx="77414" cy="77414"/>
        </a:xfrm>
        <a:prstGeom prst="ellipse">
          <a:avLst/>
        </a:prstGeom>
        <a:solidFill>
          <a:schemeClr val="lt1">
            <a:hueOff val="0"/>
            <a:satOff val="0"/>
            <a:lumOff val="0"/>
            <a:alphaOff val="0"/>
          </a:schemeClr>
        </a:solidFill>
        <a:ln w="15875" cap="rnd"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2528638" y="671258"/>
          <a:ext cx="2178327" cy="950704"/>
        </a:xfrm>
        <a:prstGeom prst="roundRect">
          <a:avLst/>
        </a:prstGeom>
        <a:solidFill>
          <a:schemeClr val="accent4">
            <a:alpha val="90000"/>
            <a:tint val="4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0" tIns="177800" rIns="177800" bIns="1778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j-lt"/>
            </a:rPr>
            <a:t>90/10 </a:t>
          </a:r>
          <a:r>
            <a:rPr lang="en-US" sz="2000" kern="1200" dirty="0" err="1">
              <a:latin typeface="+mj-lt"/>
            </a:rPr>
            <a:t>trening</a:t>
          </a:r>
          <a:r>
            <a:rPr lang="en-US" sz="2000" kern="1200" dirty="0">
              <a:latin typeface="+mj-lt"/>
            </a:rPr>
            <a:t>/test</a:t>
          </a:r>
        </a:p>
      </dsp:txBody>
      <dsp:txXfrm>
        <a:off x="2575048" y="717668"/>
        <a:ext cx="2085507" cy="857884"/>
      </dsp:txXfrm>
    </dsp:sp>
    <dsp:sp modelId="{DCAE8A46-752C-4E82-84CE-E790E1F2918E}">
      <dsp:nvSpPr>
        <dsp:cNvPr id="0" name=""/>
        <dsp:cNvSpPr/>
      </dsp:nvSpPr>
      <dsp:spPr>
        <a:xfrm>
          <a:off x="3617802" y="1595798"/>
          <a:ext cx="0" cy="980582"/>
        </a:xfrm>
        <a:prstGeom prst="line">
          <a:avLst/>
        </a:prstGeom>
        <a:noFill/>
        <a:ln w="9525" cap="rnd" cmpd="sng" algn="ctr">
          <a:solidFill>
            <a:schemeClr val="accent4">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3922768" y="1806337"/>
          <a:ext cx="1916928" cy="5831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00100">
            <a:lnSpc>
              <a:spcPct val="90000"/>
            </a:lnSpc>
            <a:spcBef>
              <a:spcPct val="0"/>
            </a:spcBef>
            <a:spcAft>
              <a:spcPct val="35000"/>
            </a:spcAft>
            <a:buNone/>
            <a:defRPr b="1"/>
          </a:pPr>
          <a:r>
            <a:rPr lang="sr-Latn-RS" sz="1800" kern="1200" dirty="0">
              <a:latin typeface="+mj-lt"/>
            </a:rPr>
            <a:t>4.</a:t>
          </a:r>
          <a:endParaRPr lang="en-US" sz="1800" kern="1200" dirty="0">
            <a:latin typeface="+mj-lt"/>
          </a:endParaRPr>
        </a:p>
      </dsp:txBody>
      <dsp:txXfrm>
        <a:off x="3922768" y="1806337"/>
        <a:ext cx="1916928" cy="583188"/>
      </dsp:txXfrm>
    </dsp:sp>
    <dsp:sp modelId="{B6459BF8-D2C3-4018-9C28-98667DC203F4}">
      <dsp:nvSpPr>
        <dsp:cNvPr id="0" name=""/>
        <dsp:cNvSpPr/>
      </dsp:nvSpPr>
      <dsp:spPr>
        <a:xfrm>
          <a:off x="3579095" y="2537674"/>
          <a:ext cx="77414" cy="77414"/>
        </a:xfrm>
        <a:prstGeom prst="ellipse">
          <a:avLst/>
        </a:prstGeom>
        <a:solidFill>
          <a:schemeClr val="lt1">
            <a:hueOff val="0"/>
            <a:satOff val="0"/>
            <a:lumOff val="0"/>
            <a:alphaOff val="0"/>
          </a:schemeClr>
        </a:solidFill>
        <a:ln w="15875" cap="rnd"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3792068" y="3561064"/>
          <a:ext cx="2178327" cy="1017435"/>
        </a:xfrm>
        <a:prstGeom prst="roundRect">
          <a:avLst/>
        </a:prstGeom>
        <a:solidFill>
          <a:schemeClr val="accent4">
            <a:alpha val="90000"/>
            <a:tint val="4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7800" tIns="177800" rIns="177800" bIns="177800" numCol="1" spcCol="1270" anchor="ctr" anchorCtr="0">
          <a:noAutofit/>
        </a:bodyPr>
        <a:lstStyle/>
        <a:p>
          <a:pPr marL="0" lvl="0" indent="0" algn="ctr" defTabSz="889000">
            <a:lnSpc>
              <a:spcPct val="90000"/>
            </a:lnSpc>
            <a:spcBef>
              <a:spcPct val="0"/>
            </a:spcBef>
            <a:spcAft>
              <a:spcPct val="35000"/>
            </a:spcAft>
            <a:buNone/>
          </a:pPr>
          <a:r>
            <a:rPr lang="en-US" sz="2000" kern="1200" dirty="0" err="1">
              <a:latin typeface="+mj-lt"/>
            </a:rPr>
            <a:t>Podaci</a:t>
          </a:r>
          <a:r>
            <a:rPr lang="en-US" sz="2000" kern="1200" dirty="0">
              <a:latin typeface="+mj-lt"/>
            </a:rPr>
            <a:t> </a:t>
          </a:r>
          <a:r>
            <a:rPr lang="en-US" sz="2000" kern="1200" dirty="0" err="1">
              <a:latin typeface="+mj-lt"/>
            </a:rPr>
            <a:t>su</a:t>
          </a:r>
          <a:r>
            <a:rPr lang="en-US" sz="2000" kern="1200" dirty="0">
              <a:latin typeface="+mj-lt"/>
            </a:rPr>
            <a:t> </a:t>
          </a:r>
          <a:r>
            <a:rPr lang="en-US" sz="2000" kern="1200" dirty="0" err="1">
              <a:latin typeface="+mj-lt"/>
            </a:rPr>
            <a:t>spremni</a:t>
          </a:r>
          <a:endParaRPr lang="en-US" sz="2000" kern="1200" dirty="0">
            <a:latin typeface="+mj-lt"/>
          </a:endParaRPr>
        </a:p>
      </dsp:txBody>
      <dsp:txXfrm>
        <a:off x="3841735" y="3610731"/>
        <a:ext cx="2078993" cy="918101"/>
      </dsp:txXfrm>
    </dsp:sp>
    <dsp:sp modelId="{086FB9B1-82B2-4197-8B33-6E7FF94F8D2E}">
      <dsp:nvSpPr>
        <dsp:cNvPr id="0" name=""/>
        <dsp:cNvSpPr/>
      </dsp:nvSpPr>
      <dsp:spPr>
        <a:xfrm>
          <a:off x="4881232" y="2580481"/>
          <a:ext cx="0" cy="980582"/>
        </a:xfrm>
        <a:prstGeom prst="line">
          <a:avLst/>
        </a:prstGeom>
        <a:noFill/>
        <a:ln w="9525" cap="rnd" cmpd="sng" algn="ctr">
          <a:solidFill>
            <a:schemeClr val="accent4">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4842525" y="2541774"/>
          <a:ext cx="77414" cy="77414"/>
        </a:xfrm>
        <a:prstGeom prst="ellipse">
          <a:avLst/>
        </a:prstGeom>
        <a:solidFill>
          <a:schemeClr val="lt1">
            <a:hueOff val="0"/>
            <a:satOff val="0"/>
            <a:lumOff val="0"/>
            <a:alphaOff val="0"/>
          </a:schemeClr>
        </a:solidFill>
        <a:ln w="15875" cap="rnd" cmpd="sng" algn="ctr">
          <a:solidFill>
            <a:schemeClr val="accent4">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82B951-AFFF-3499-FDE3-02A7F0BD15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2E5896A-FCE2-110F-B202-A8E435372D6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E69F83-204D-4778-AAD0-A0F851A3AEEE}" type="datetimeFigureOut">
              <a:rPr lang="en-US" smtClean="0"/>
              <a:t>10/19/2025</a:t>
            </a:fld>
            <a:endParaRPr lang="en-US" dirty="0"/>
          </a:p>
        </p:txBody>
      </p:sp>
      <p:sp>
        <p:nvSpPr>
          <p:cNvPr id="4" name="Footer Placeholder 3">
            <a:extLst>
              <a:ext uri="{FF2B5EF4-FFF2-40B4-BE49-F238E27FC236}">
                <a16:creationId xmlns:a16="http://schemas.microsoft.com/office/drawing/2014/main" id="{911BFBA0-47AD-543A-6AE4-769D8F8658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18FC355-FEF6-ED8F-8D0E-F362E204A0F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669D59-B021-49CB-887D-52B8FEE1CE18}" type="slidenum">
              <a:rPr lang="en-US" smtClean="0"/>
              <a:t>‹#›</a:t>
            </a:fld>
            <a:endParaRPr lang="en-US" dirty="0"/>
          </a:p>
        </p:txBody>
      </p:sp>
    </p:spTree>
    <p:extLst>
      <p:ext uri="{BB962C8B-B14F-4D97-AF65-F5344CB8AC3E}">
        <p14:creationId xmlns:p14="http://schemas.microsoft.com/office/powerpoint/2010/main" val="2817069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E3C21-C3CB-4B8D-9033-56C1B3CE75FA}" type="datetimeFigureOut">
              <a:rPr lang="en-US" smtClean="0"/>
              <a:t>10/19/2025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732C3C-A191-48C2-A7E8-9C96AF841A7A}" type="slidenum">
              <a:rPr lang="en-US" smtClean="0"/>
              <a:t>‹#›</a:t>
            </a:fld>
            <a:endParaRPr lang="en-US" dirty="0"/>
          </a:p>
        </p:txBody>
      </p:sp>
    </p:spTree>
    <p:extLst>
      <p:ext uri="{BB962C8B-B14F-4D97-AF65-F5344CB8AC3E}">
        <p14:creationId xmlns:p14="http://schemas.microsoft.com/office/powerpoint/2010/main" val="1856394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a:t>
            </a:fld>
            <a:endParaRPr lang="en-US" dirty="0"/>
          </a:p>
        </p:txBody>
      </p:sp>
    </p:spTree>
    <p:extLst>
      <p:ext uri="{BB962C8B-B14F-4D97-AF65-F5344CB8AC3E}">
        <p14:creationId xmlns:p14="http://schemas.microsoft.com/office/powerpoint/2010/main" val="1086048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2</a:t>
            </a:fld>
            <a:endParaRPr lang="en-US" dirty="0"/>
          </a:p>
        </p:txBody>
      </p:sp>
    </p:spTree>
    <p:extLst>
      <p:ext uri="{BB962C8B-B14F-4D97-AF65-F5344CB8AC3E}">
        <p14:creationId xmlns:p14="http://schemas.microsoft.com/office/powerpoint/2010/main" val="4016480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3</a:t>
            </a:fld>
            <a:endParaRPr lang="en-US" dirty="0"/>
          </a:p>
        </p:txBody>
      </p:sp>
    </p:spTree>
    <p:extLst>
      <p:ext uri="{BB962C8B-B14F-4D97-AF65-F5344CB8AC3E}">
        <p14:creationId xmlns:p14="http://schemas.microsoft.com/office/powerpoint/2010/main" val="2403399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5</a:t>
            </a:fld>
            <a:endParaRPr lang="en-US" dirty="0"/>
          </a:p>
        </p:txBody>
      </p:sp>
    </p:spTree>
    <p:extLst>
      <p:ext uri="{BB962C8B-B14F-4D97-AF65-F5344CB8AC3E}">
        <p14:creationId xmlns:p14="http://schemas.microsoft.com/office/powerpoint/2010/main" val="3238281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6</a:t>
            </a:fld>
            <a:endParaRPr lang="en-US" dirty="0"/>
          </a:p>
        </p:txBody>
      </p:sp>
    </p:spTree>
    <p:extLst>
      <p:ext uri="{BB962C8B-B14F-4D97-AF65-F5344CB8AC3E}">
        <p14:creationId xmlns:p14="http://schemas.microsoft.com/office/powerpoint/2010/main" val="3597506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10D56-96D0-E52C-E101-0E16AAC14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0BAF31-B1F4-C8B5-35BC-29A8486DAF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41C8B0-57B1-C7AB-1E5E-D45A210D0D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9F4D17-9A7A-E74F-249F-E14F4FC5A799}"/>
              </a:ext>
            </a:extLst>
          </p:cNvPr>
          <p:cNvSpPr>
            <a:spLocks noGrp="1"/>
          </p:cNvSpPr>
          <p:nvPr>
            <p:ph type="sldNum" sz="quarter" idx="5"/>
          </p:nvPr>
        </p:nvSpPr>
        <p:spPr/>
        <p:txBody>
          <a:bodyPr/>
          <a:lstStyle/>
          <a:p>
            <a:fld id="{17732C3C-A191-48C2-A7E8-9C96AF841A7A}" type="slidenum">
              <a:rPr lang="en-US" smtClean="0"/>
              <a:t>8</a:t>
            </a:fld>
            <a:endParaRPr lang="en-US" dirty="0"/>
          </a:p>
        </p:txBody>
      </p:sp>
    </p:spTree>
    <p:extLst>
      <p:ext uri="{BB962C8B-B14F-4D97-AF65-F5344CB8AC3E}">
        <p14:creationId xmlns:p14="http://schemas.microsoft.com/office/powerpoint/2010/main" val="3895348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1AB01-3D84-FC03-2196-E2AFE81C5A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F410EB-F7D5-8C7D-601A-072D6CB616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601608-83D4-58EF-2B0C-565F3E4F54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CB01C3-65A0-A9D6-AB86-3ED73F07E830}"/>
              </a:ext>
            </a:extLst>
          </p:cNvPr>
          <p:cNvSpPr>
            <a:spLocks noGrp="1"/>
          </p:cNvSpPr>
          <p:nvPr>
            <p:ph type="sldNum" sz="quarter" idx="5"/>
          </p:nvPr>
        </p:nvSpPr>
        <p:spPr/>
        <p:txBody>
          <a:bodyPr/>
          <a:lstStyle/>
          <a:p>
            <a:fld id="{17732C3C-A191-48C2-A7E8-9C96AF841A7A}" type="slidenum">
              <a:rPr lang="en-US" smtClean="0"/>
              <a:t>10</a:t>
            </a:fld>
            <a:endParaRPr lang="en-US" dirty="0"/>
          </a:p>
        </p:txBody>
      </p:sp>
    </p:spTree>
    <p:extLst>
      <p:ext uri="{BB962C8B-B14F-4D97-AF65-F5344CB8AC3E}">
        <p14:creationId xmlns:p14="http://schemas.microsoft.com/office/powerpoint/2010/main" val="1033756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732C3C-A191-48C2-A7E8-9C96AF841A7A}" type="slidenum">
              <a:rPr lang="en-US" smtClean="0"/>
              <a:t>13</a:t>
            </a:fld>
            <a:endParaRPr lang="en-US" dirty="0"/>
          </a:p>
        </p:txBody>
      </p:sp>
    </p:spTree>
    <p:extLst>
      <p:ext uri="{BB962C8B-B14F-4D97-AF65-F5344CB8AC3E}">
        <p14:creationId xmlns:p14="http://schemas.microsoft.com/office/powerpoint/2010/main" val="38231185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lumMod val="50000"/>
          </a:schemeClr>
        </a:solidFill>
        <a:effectLst/>
      </p:bgPr>
    </p:bg>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BECDFC6B-0742-962E-44A1-19C9C173BB2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0848" y="425303"/>
            <a:ext cx="11305217" cy="6007394"/>
          </a:xfrm>
          <a:prstGeom prst="rect">
            <a:avLst/>
          </a:prstGeom>
          <a:effectLst/>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33046"/>
            <a:ext cx="10571998" cy="3366198"/>
          </a:xfrm>
          <a:ln>
            <a:noFill/>
          </a:ln>
          <a:effectLst/>
        </p:spPr>
        <p:txBody>
          <a:bodyPr/>
          <a:lstStyle>
            <a:lvl1pPr algn="ctr">
              <a:defRPr sz="7200" b="1" spc="-300" baseline="0">
                <a:ln>
                  <a:noFill/>
                </a:ln>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3236985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ADBC817-DA57-A518-5544-0D3B819C7062}"/>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10" name="Graphic 9">
            <a:extLst>
              <a:ext uri="{FF2B5EF4-FFF2-40B4-BE49-F238E27FC236}">
                <a16:creationId xmlns:a16="http://schemas.microsoft.com/office/drawing/2014/main" id="{4873FFF3-C7B6-C678-1B03-17FBD0D5ACE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46174" y="425303"/>
            <a:ext cx="5379242" cy="5983435"/>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944217" y="924167"/>
            <a:ext cx="4383156" cy="5009322"/>
          </a:xfrm>
          <a:solidFill>
            <a:schemeClr val="accent1">
              <a:lumMod val="50000"/>
            </a:schemeClr>
          </a:solidFill>
          <a:effectLst>
            <a:outerShdw blurRad="254000" dist="50800" dir="2700000" algn="ctr" rotWithShape="0">
              <a:prstClr val="black">
                <a:alpha val="25000"/>
              </a:prstClr>
            </a:outerShdw>
          </a:effectLst>
        </p:spPr>
        <p:txBody>
          <a:bodyPr anchor="ctr"/>
          <a:lstStyle>
            <a:lvl1pPr algn="ctr">
              <a:defRPr sz="3600" spc="0" baseline="0">
                <a:solidFill>
                  <a:schemeClr val="tx1"/>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6400800" y="924512"/>
            <a:ext cx="4750904" cy="5008977"/>
          </a:xfrm>
        </p:spPr>
        <p:txBody>
          <a:bodyPr/>
          <a:lstStyle>
            <a:lvl1pPr marL="0" indent="0">
              <a:buNone/>
              <a:defRPr/>
            </a:lvl1pPr>
            <a:lvl2pPr marL="742950" indent="-285750">
              <a:buFont typeface="Arial" panose="020B0604020202020204" pitchFamily="34" charset="0"/>
              <a:buChar char="•"/>
              <a:defRPr/>
            </a:lvl2pPr>
            <a:lvl3pPr marL="1200150" indent="-285750">
              <a:buFont typeface="Arial" panose="020B0604020202020204" pitchFamily="34" charset="0"/>
              <a:buChar char="•"/>
              <a:defRPr/>
            </a:lvl3pPr>
            <a:lvl4pPr marL="1543050" indent="-171450">
              <a:buFont typeface="Arial" panose="020B0604020202020204" pitchFamily="34" charset="0"/>
              <a:buChar char="•"/>
              <a:defRPr/>
            </a:lvl4pPr>
            <a:lvl5pPr marL="2000250" indent="-171450">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779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05E210-05B5-5EA1-C778-30BB3A4942D5}"/>
              </a:ext>
              <a:ext uri="{C183D7F6-B498-43B3-948B-1728B52AA6E4}">
                <adec:decorative xmlns:adec="http://schemas.microsoft.com/office/drawing/2017/decorative" val="1"/>
              </a:ext>
            </a:extLst>
          </p:cNvPr>
          <p:cNvSpPr/>
          <p:nvPr userDrawn="1"/>
        </p:nvSpPr>
        <p:spPr>
          <a:xfrm>
            <a:off x="435935" y="419987"/>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2" name="Picture 1">
            <a:extLst>
              <a:ext uri="{FF2B5EF4-FFF2-40B4-BE49-F238E27FC236}">
                <a16:creationId xmlns:a16="http://schemas.microsoft.com/office/drawing/2014/main" id="{28792193-1165-3487-6FB9-133CB518CE35}"/>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0924" y="-2235006"/>
            <a:ext cx="6010147" cy="11320132"/>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1741064"/>
            <a:ext cx="10571998" cy="1928264"/>
          </a:xfrm>
          <a:ln>
            <a:noFill/>
          </a:ln>
          <a:effectLst/>
        </p:spPr>
        <p:txBody>
          <a:bodyPr/>
          <a:lstStyle>
            <a:lvl1pPr algn="ctr">
              <a:defRPr sz="3600" spc="0" baseline="0">
                <a:ln>
                  <a:noFill/>
                </a:ln>
                <a:solidFill>
                  <a:schemeClr val="accent4">
                    <a:lumMod val="60000"/>
                    <a:lumOff val="40000"/>
                  </a:schemeClr>
                </a:solidFill>
                <a:effectLst/>
              </a:defRPr>
            </a:lvl1pPr>
          </a:lstStyle>
          <a:p>
            <a:r>
              <a:rPr lang="en-US" dirty="0"/>
              <a:t>Click to add title</a:t>
            </a:r>
          </a:p>
        </p:txBody>
      </p:sp>
      <p:sp>
        <p:nvSpPr>
          <p:cNvPr id="3" name="Subtitle 2"/>
          <p:cNvSpPr>
            <a:spLocks noGrp="1"/>
          </p:cNvSpPr>
          <p:nvPr>
            <p:ph type="subTitle" idx="1" hasCustomPrompt="1"/>
          </p:nvPr>
        </p:nvSpPr>
        <p:spPr>
          <a:xfrm>
            <a:off x="810000" y="3694102"/>
            <a:ext cx="10572000" cy="896468"/>
          </a:xfrm>
          <a:effectLst/>
        </p:spPr>
        <p:txBody>
          <a:bodyPr anchor="ctr">
            <a:normAutofit/>
          </a:bodyPr>
          <a:lstStyle>
            <a:lvl1pPr marL="0" indent="0" algn="ctr">
              <a:buNone/>
              <a:defRPr sz="18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subtitle</a:t>
            </a:r>
          </a:p>
        </p:txBody>
      </p:sp>
    </p:spTree>
    <p:extLst>
      <p:ext uri="{BB962C8B-B14F-4D97-AF65-F5344CB8AC3E}">
        <p14:creationId xmlns:p14="http://schemas.microsoft.com/office/powerpoint/2010/main" val="3480000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mmary 1">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8905615-9FD2-EBB3-89AB-555B373EBBEB}"/>
              </a:ext>
              <a:ext uri="{C183D7F6-B498-43B3-948B-1728B52AA6E4}">
                <adec:decorative xmlns:adec="http://schemas.microsoft.com/office/drawing/2017/decorative" val="1"/>
              </a:ext>
            </a:extLst>
          </p:cNvPr>
          <p:cNvSpPr/>
          <p:nvPr userDrawn="1"/>
        </p:nvSpPr>
        <p:spPr>
          <a:xfrm>
            <a:off x="4623955" y="414670"/>
            <a:ext cx="7132110" cy="601802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Rectangle 11">
            <a:extLst>
              <a:ext uri="{FF2B5EF4-FFF2-40B4-BE49-F238E27FC236}">
                <a16:creationId xmlns:a16="http://schemas.microsoft.com/office/drawing/2014/main" id="{E2B638DB-3E00-7F4B-D4B7-9D7F0905639D}"/>
              </a:ext>
              <a:ext uri="{C183D7F6-B498-43B3-948B-1728B52AA6E4}">
                <adec:decorative xmlns:adec="http://schemas.microsoft.com/office/drawing/2017/decorative" val="1"/>
              </a:ext>
            </a:extLst>
          </p:cNvPr>
          <p:cNvSpPr/>
          <p:nvPr userDrawn="1"/>
        </p:nvSpPr>
        <p:spPr>
          <a:xfrm>
            <a:off x="440459" y="420624"/>
            <a:ext cx="4183496" cy="6016752"/>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310EED07-CDD5-9244-28FA-5195E67951C1}"/>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35934" y="422551"/>
            <a:ext cx="4183495" cy="6010146"/>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50717" y="924339"/>
            <a:ext cx="3990110" cy="5009322"/>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3" name="Content Placeholder 9">
            <a:extLst>
              <a:ext uri="{FF2B5EF4-FFF2-40B4-BE49-F238E27FC236}">
                <a16:creationId xmlns:a16="http://schemas.microsoft.com/office/drawing/2014/main" id="{B5AB4E8D-8B32-8B00-8152-856C592BAB39}"/>
              </a:ext>
            </a:extLst>
          </p:cNvPr>
          <p:cNvSpPr>
            <a:spLocks noGrp="1"/>
          </p:cNvSpPr>
          <p:nvPr>
            <p:ph sz="quarter" idx="10" hasCustomPrompt="1"/>
          </p:nvPr>
        </p:nvSpPr>
        <p:spPr>
          <a:xfrm>
            <a:off x="5346793" y="924340"/>
            <a:ext cx="5684373" cy="5009322"/>
          </a:xfrm>
          <a:effectLst/>
        </p:spPr>
        <p:txBody>
          <a:bodyPr lIns="0" rIns="0" anchor="ctr"/>
          <a:lstStyle>
            <a:lvl1pPr marL="0" indent="0">
              <a:lnSpc>
                <a:spcPct val="150000"/>
              </a:lnSpc>
              <a:spcBef>
                <a:spcPts val="0"/>
              </a:spcBef>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1pPr>
            <a:lvl2pPr marL="4572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2pPr>
            <a:lvl3pPr marL="9144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3pPr>
            <a:lvl4pPr marL="13716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4pPr>
            <a:lvl5pPr marL="1828800" indent="0">
              <a:lnSpc>
                <a:spcPct val="150000"/>
              </a:lnSpc>
              <a:spcAft>
                <a:spcPts val="0"/>
              </a:spcAft>
              <a:buClr>
                <a:schemeClr val="accent1">
                  <a:lumMod val="50000"/>
                </a:schemeClr>
              </a:buClr>
              <a:buFont typeface="Arial" panose="020B0604020202020204" pitchFamily="34" charset="0"/>
              <a:buNone/>
              <a:defRPr>
                <a:ln>
                  <a:noFill/>
                </a:ln>
                <a:solidFill>
                  <a:schemeClr val="accent1">
                    <a:lumMod val="50000"/>
                  </a:schemeClr>
                </a:solidFill>
                <a:effectLs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37692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3">
    <p:bg>
      <p:bgPr>
        <a:solidFill>
          <a:schemeClr val="accent1">
            <a:lumMod val="5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4A700F-42CA-D7A9-D709-C0017521B294}"/>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rgbClr val="F9E0B9"/>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Graphic 7">
            <a:extLst>
              <a:ext uri="{FF2B5EF4-FFF2-40B4-BE49-F238E27FC236}">
                <a16:creationId xmlns:a16="http://schemas.microsoft.com/office/drawing/2014/main" id="{961DA139-D8FD-A752-758D-4F836DFB2524}"/>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353" t="-388" r="-1" b="-254"/>
          <a:stretch/>
        </p:blipFill>
        <p:spPr>
          <a:xfrm rot="16200000" flipH="1">
            <a:off x="210940" y="1589892"/>
            <a:ext cx="5245922" cy="3667583"/>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485516" y="1433219"/>
            <a:ext cx="5695102" cy="2092049"/>
          </a:xfrm>
          <a:noFill/>
          <a:effectLst/>
        </p:spPr>
        <p:txBody>
          <a:bodyPr anchor="b"/>
          <a:lstStyle>
            <a:lvl1pPr algn="ctr">
              <a:defRPr sz="3600" spc="0" baseline="0">
                <a:solidFill>
                  <a:schemeClr val="accent1">
                    <a:lumMod val="50000"/>
                  </a:schemeClr>
                </a:solidFill>
                <a:effectLst/>
              </a:defRPr>
            </a:lvl1pPr>
          </a:lstStyle>
          <a:p>
            <a:r>
              <a:rPr lang="en-US" dirty="0"/>
              <a:t>Click to add title</a:t>
            </a:r>
          </a:p>
        </p:txBody>
      </p:sp>
      <p:sp>
        <p:nvSpPr>
          <p:cNvPr id="7" name="Picture Placeholder 6">
            <a:extLst>
              <a:ext uri="{FF2B5EF4-FFF2-40B4-BE49-F238E27FC236}">
                <a16:creationId xmlns:a16="http://schemas.microsoft.com/office/drawing/2014/main" id="{C96F37D4-7152-EA75-8D7D-D8F7D6DD9C4C}"/>
              </a:ext>
            </a:extLst>
          </p:cNvPr>
          <p:cNvSpPr>
            <a:spLocks noGrp="1"/>
          </p:cNvSpPr>
          <p:nvPr>
            <p:ph type="pic" sz="quarter" idx="11"/>
          </p:nvPr>
        </p:nvSpPr>
        <p:spPr>
          <a:xfrm>
            <a:off x="1350099" y="1974707"/>
            <a:ext cx="2907792" cy="2907792"/>
          </a:xfrm>
          <a:solidFill>
            <a:srgbClr val="F9E0B9"/>
          </a:solidFill>
          <a:effectLst/>
        </p:spPr>
        <p:txBody>
          <a:bodyPr anchor="t"/>
          <a:lstStyle>
            <a:lvl1pPr marL="0" indent="0" algn="ctr">
              <a:buNone/>
              <a:defRPr>
                <a:solidFill>
                  <a:schemeClr val="accent1">
                    <a:lumMod val="50000"/>
                  </a:schemeClr>
                </a:solidFill>
              </a:defRPr>
            </a:lvl1pPr>
          </a:lstStyle>
          <a:p>
            <a:r>
              <a:rPr lang="en-US"/>
              <a:t>Click icon to add picture</a:t>
            </a:r>
            <a:endParaRPr lang="en-US" dirty="0"/>
          </a:p>
        </p:txBody>
      </p:sp>
      <p:sp>
        <p:nvSpPr>
          <p:cNvPr id="3" name="Content Placeholder 9">
            <a:extLst>
              <a:ext uri="{FF2B5EF4-FFF2-40B4-BE49-F238E27FC236}">
                <a16:creationId xmlns:a16="http://schemas.microsoft.com/office/drawing/2014/main" id="{AFBE5B12-0D10-DA99-093A-2C4FB738B21C}"/>
              </a:ext>
            </a:extLst>
          </p:cNvPr>
          <p:cNvSpPr>
            <a:spLocks noGrp="1"/>
          </p:cNvSpPr>
          <p:nvPr>
            <p:ph sz="quarter" idx="10" hasCustomPrompt="1"/>
          </p:nvPr>
        </p:nvSpPr>
        <p:spPr>
          <a:xfrm>
            <a:off x="5496789" y="3525268"/>
            <a:ext cx="5683829" cy="2595429"/>
          </a:xfrm>
          <a:effectLst/>
        </p:spPr>
        <p:txBody>
          <a:bodyPr anchor="t"/>
          <a:lstStyle>
            <a:lvl1pPr marL="0" indent="0" algn="ctr">
              <a:lnSpc>
                <a:spcPct val="150000"/>
              </a:lnSpc>
              <a:spcBef>
                <a:spcPts val="0"/>
              </a:spcBef>
              <a:buNone/>
              <a:defRPr b="1">
                <a:solidFill>
                  <a:schemeClr val="accent1">
                    <a:lumMod val="50000"/>
                  </a:schemeClr>
                </a:solidFill>
              </a:defRPr>
            </a:lvl1pPr>
            <a:lvl2pPr algn="ctr">
              <a:buClr>
                <a:schemeClr val="accent1">
                  <a:lumMod val="50000"/>
                </a:schemeClr>
              </a:buClr>
              <a:defRPr>
                <a:solidFill>
                  <a:schemeClr val="accent1">
                    <a:lumMod val="50000"/>
                  </a:schemeClr>
                </a:solidFill>
              </a:defRPr>
            </a:lvl2pPr>
            <a:lvl3pPr algn="ctr">
              <a:buClr>
                <a:schemeClr val="accent1">
                  <a:lumMod val="50000"/>
                </a:schemeClr>
              </a:buClr>
              <a:defRPr>
                <a:solidFill>
                  <a:schemeClr val="accent1">
                    <a:lumMod val="50000"/>
                  </a:schemeClr>
                </a:solidFill>
              </a:defRPr>
            </a:lvl3pPr>
            <a:lvl4pPr algn="ctr">
              <a:buClr>
                <a:schemeClr val="accent1">
                  <a:lumMod val="50000"/>
                </a:schemeClr>
              </a:buClr>
              <a:defRPr>
                <a:solidFill>
                  <a:schemeClr val="accent1">
                    <a:lumMod val="50000"/>
                  </a:schemeClr>
                </a:solidFill>
              </a:defRPr>
            </a:lvl4pPr>
            <a:lvl5pPr algn="ctr">
              <a:buClr>
                <a:schemeClr val="accent1">
                  <a:lumMod val="50000"/>
                </a:schemeClr>
              </a:buCl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79950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633845"/>
            <a:ext cx="3990110" cy="219248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7" name="Content Placeholder 6">
            <a:extLst>
              <a:ext uri="{FF2B5EF4-FFF2-40B4-BE49-F238E27FC236}">
                <a16:creationId xmlns:a16="http://schemas.microsoft.com/office/drawing/2014/main" id="{B15614EF-4CFA-2D69-0F78-9D7409E2337E}"/>
              </a:ext>
            </a:extLst>
          </p:cNvPr>
          <p:cNvSpPr>
            <a:spLocks noGrp="1"/>
          </p:cNvSpPr>
          <p:nvPr>
            <p:ph sz="quarter" idx="11" hasCustomPrompt="1"/>
          </p:nvPr>
        </p:nvSpPr>
        <p:spPr>
          <a:xfrm>
            <a:off x="747423" y="3174531"/>
            <a:ext cx="3772622" cy="3122360"/>
          </a:xfrm>
          <a:effectLst/>
        </p:spPr>
        <p:txBody>
          <a:bodyPr rIns="274320" anchor="t"/>
          <a:lstStyle>
            <a:lvl1pPr marL="283464" indent="-283464">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237732" y="946205"/>
            <a:ext cx="5971020" cy="5161655"/>
          </a:xfrm>
        </p:spPr>
        <p:txBody>
          <a:body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3164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troduction 2">
    <p:bg>
      <p:bgPr>
        <a:solidFill>
          <a:schemeClr val="accent1">
            <a:lumMod val="5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3E625C-F0A4-564D-CEE2-6B3595CEB038}"/>
              </a:ext>
              <a:ext uri="{C183D7F6-B498-43B3-948B-1728B52AA6E4}">
                <adec:decorative xmlns:adec="http://schemas.microsoft.com/office/drawing/2017/decorative" val="1"/>
              </a:ext>
            </a:extLst>
          </p:cNvPr>
          <p:cNvSpPr/>
          <p:nvPr userDrawn="1"/>
        </p:nvSpPr>
        <p:spPr>
          <a:xfrm>
            <a:off x="5961889" y="0"/>
            <a:ext cx="6230111"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8">
            <a:extLst>
              <a:ext uri="{FF2B5EF4-FFF2-40B4-BE49-F238E27FC236}">
                <a16:creationId xmlns:a16="http://schemas.microsoft.com/office/drawing/2014/main" id="{5997EA3E-49E5-518D-63DB-0BD43D3ACFCD}"/>
              </a:ext>
            </a:extLst>
          </p:cNvPr>
          <p:cNvSpPr>
            <a:spLocks noGrp="1"/>
          </p:cNvSpPr>
          <p:nvPr>
            <p:ph type="title"/>
          </p:nvPr>
        </p:nvSpPr>
        <p:spPr>
          <a:xfrm>
            <a:off x="6577445" y="157637"/>
            <a:ext cx="4851694" cy="2190705"/>
          </a:xfrm>
          <a:noFill/>
          <a:effectLst/>
        </p:spPr>
        <p:txBody>
          <a:bodyPr anchor="b"/>
          <a:lstStyle>
            <a:lvl1pPr algn="l">
              <a:defRPr sz="3600" spc="0" baseline="0">
                <a:solidFill>
                  <a:schemeClr val="accent1">
                    <a:lumMod val="50000"/>
                  </a:schemeClr>
                </a:solidFill>
                <a:effectLst/>
              </a:defRPr>
            </a:lvl1pPr>
          </a:lstStyle>
          <a:p>
            <a:r>
              <a:rPr lang="en-US"/>
              <a:t>Click to edit Master title style</a:t>
            </a:r>
            <a:endParaRPr lang="en-US" dirty="0"/>
          </a:p>
        </p:txBody>
      </p:sp>
      <p:sp>
        <p:nvSpPr>
          <p:cNvPr id="3" name="Rectangle 2">
            <a:extLst>
              <a:ext uri="{FF2B5EF4-FFF2-40B4-BE49-F238E27FC236}">
                <a16:creationId xmlns:a16="http://schemas.microsoft.com/office/drawing/2014/main" id="{BB4D8C78-00C3-F3D7-17C3-F1667E463E12}"/>
              </a:ext>
              <a:ext uri="{C183D7F6-B498-43B3-948B-1728B52AA6E4}">
                <adec:decorative xmlns:adec="http://schemas.microsoft.com/office/drawing/2017/decorative" val="1"/>
              </a:ext>
            </a:extLst>
          </p:cNvPr>
          <p:cNvSpPr/>
          <p:nvPr userDrawn="1"/>
        </p:nvSpPr>
        <p:spPr>
          <a:xfrm>
            <a:off x="380999" y="422551"/>
            <a:ext cx="5124893"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rPr>
              <a:t>c</a:t>
            </a:r>
          </a:p>
        </p:txBody>
      </p:sp>
      <p:pic>
        <p:nvPicPr>
          <p:cNvPr id="4" name="Graphic 3">
            <a:extLst>
              <a:ext uri="{FF2B5EF4-FFF2-40B4-BE49-F238E27FC236}">
                <a16:creationId xmlns:a16="http://schemas.microsoft.com/office/drawing/2014/main" id="{F13E61FD-F54A-5F86-FCED-3BD4C8AA42E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353" t="-388" r="-1" b="-254"/>
          <a:stretch/>
        </p:blipFill>
        <p:spPr>
          <a:xfrm flipH="1">
            <a:off x="659106" y="3429000"/>
            <a:ext cx="4589830" cy="2780414"/>
          </a:xfrm>
          <a:prstGeom prst="rect">
            <a:avLst/>
          </a:prstGeom>
        </p:spPr>
      </p:pic>
      <p:sp>
        <p:nvSpPr>
          <p:cNvPr id="6" name="Rectangle 5">
            <a:extLst>
              <a:ext uri="{FF2B5EF4-FFF2-40B4-BE49-F238E27FC236}">
                <a16:creationId xmlns:a16="http://schemas.microsoft.com/office/drawing/2014/main" id="{A9F0290F-2D31-F9FB-AD35-B76947AF146F}"/>
              </a:ext>
              <a:ext uri="{C183D7F6-B498-43B3-948B-1728B52AA6E4}">
                <adec:decorative xmlns:adec="http://schemas.microsoft.com/office/drawing/2017/decorative" val="1"/>
              </a:ext>
            </a:extLst>
          </p:cNvPr>
          <p:cNvSpPr/>
          <p:nvPr userDrawn="1"/>
        </p:nvSpPr>
        <p:spPr>
          <a:xfrm>
            <a:off x="123686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Picture Placeholder 11">
            <a:extLst>
              <a:ext uri="{FF2B5EF4-FFF2-40B4-BE49-F238E27FC236}">
                <a16:creationId xmlns:a16="http://schemas.microsoft.com/office/drawing/2014/main" id="{7347A5B6-0F99-C044-C209-F3190EEFA371}"/>
              </a:ext>
            </a:extLst>
          </p:cNvPr>
          <p:cNvSpPr>
            <a:spLocks noGrp="1"/>
          </p:cNvSpPr>
          <p:nvPr>
            <p:ph type="pic" sz="quarter" idx="11"/>
          </p:nvPr>
        </p:nvSpPr>
        <p:spPr>
          <a:xfrm>
            <a:off x="1236663" y="776288"/>
            <a:ext cx="3433762" cy="5018087"/>
          </a:xfrm>
        </p:spPr>
        <p:txBody>
          <a:bodyPr anchor="t"/>
          <a:lstStyle>
            <a:lvl1pPr marL="0" indent="0" algn="ctr">
              <a:buNone/>
              <a:defRPr/>
            </a:lvl1pPr>
          </a:lstStyle>
          <a:p>
            <a:r>
              <a:rPr lang="en-US"/>
              <a:t>Click icon to add picture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6592615" y="2505979"/>
            <a:ext cx="4837385" cy="3926717"/>
          </a:xfrm>
          <a:effectLst/>
        </p:spPr>
        <p:txBody>
          <a:bodyPr anchor="t"/>
          <a:lstStyle>
            <a:lvl1pPr marL="0" indent="0">
              <a:lnSpc>
                <a:spcPct val="150000"/>
              </a:lnSpc>
              <a:spcBef>
                <a:spcPts val="0"/>
              </a:spcBef>
              <a:spcAft>
                <a:spcPts val="0"/>
              </a:spcAft>
              <a:buClr>
                <a:schemeClr val="accent1">
                  <a:lumMod val="50000"/>
                </a:schemeClr>
              </a:buClr>
              <a:buFont typeface="Arial" panose="020B0604020202020204" pitchFamily="34" charset="0"/>
              <a:buNone/>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marL="285750" marR="0" lvl="0" indent="-285750" algn="l" defTabSz="457200" rtl="0" eaLnBrk="1" fontAlgn="auto" latinLnBrk="0" hangingPunct="1">
              <a:lnSpc>
                <a:spcPct val="150000"/>
              </a:lnSpc>
              <a:spcBef>
                <a:spcPts val="0"/>
              </a:spcBef>
              <a:spcAft>
                <a:spcPts val="0"/>
              </a:spcAft>
              <a:buClr>
                <a:schemeClr val="accent1">
                  <a:lumMod val="50000"/>
                </a:schemeClr>
              </a:buClr>
              <a:buSzTx/>
              <a:buFont typeface="Arial" panose="020B0604020202020204" pitchFamily="34" charset="0"/>
              <a:buChar char="•"/>
              <a:tabLst/>
              <a:defRPr/>
            </a:pPr>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36681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4">
    <p:bg>
      <p:bgPr>
        <a:solidFill>
          <a:schemeClr val="accent1">
            <a:lumMod val="5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6DB3CB-355C-968A-7F5F-71E0350408BA}"/>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2" y="0"/>
            <a:ext cx="12192001" cy="6858000"/>
          </a:xfrm>
          <a:prstGeom prst="rect">
            <a:avLst/>
          </a:prstGeom>
        </p:spPr>
      </p:pic>
      <p:sp>
        <p:nvSpPr>
          <p:cNvPr id="2" name="Rectangle 1">
            <a:extLst>
              <a:ext uri="{FF2B5EF4-FFF2-40B4-BE49-F238E27FC236}">
                <a16:creationId xmlns:a16="http://schemas.microsoft.com/office/drawing/2014/main" id="{281D7C89-8451-1944-C2B3-53AADAC99A01}"/>
              </a:ext>
              <a:ext uri="{C183D7F6-B498-43B3-948B-1728B52AA6E4}">
                <adec:decorative xmlns:adec="http://schemas.microsoft.com/office/drawing/2017/decorative" val="1"/>
              </a:ext>
            </a:extLst>
          </p:cNvPr>
          <p:cNvSpPr/>
          <p:nvPr userDrawn="1"/>
        </p:nvSpPr>
        <p:spPr>
          <a:xfrm>
            <a:off x="411678" y="422551"/>
            <a:ext cx="4223822" cy="6010146"/>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 name="Rectangle 2">
            <a:extLst>
              <a:ext uri="{FF2B5EF4-FFF2-40B4-BE49-F238E27FC236}">
                <a16:creationId xmlns:a16="http://schemas.microsoft.com/office/drawing/2014/main" id="{D26B15EB-5194-C74B-F881-D3DCBE854272}"/>
              </a:ext>
              <a:ext uri="{C183D7F6-B498-43B3-948B-1728B52AA6E4}">
                <adec:decorative xmlns:adec="http://schemas.microsoft.com/office/drawing/2017/decorative" val="1"/>
              </a:ext>
            </a:extLst>
          </p:cNvPr>
          <p:cNvSpPr/>
          <p:nvPr userDrawn="1"/>
        </p:nvSpPr>
        <p:spPr>
          <a:xfrm>
            <a:off x="4635499" y="422551"/>
            <a:ext cx="7144823"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924339"/>
            <a:ext cx="3990110" cy="5009322"/>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0" name="Content Placeholder 9">
            <a:extLst>
              <a:ext uri="{FF2B5EF4-FFF2-40B4-BE49-F238E27FC236}">
                <a16:creationId xmlns:a16="http://schemas.microsoft.com/office/drawing/2014/main" id="{77D6637B-A7C5-34FF-5B51-32392DAEABB2}"/>
              </a:ext>
            </a:extLst>
          </p:cNvPr>
          <p:cNvSpPr>
            <a:spLocks noGrp="1"/>
          </p:cNvSpPr>
          <p:nvPr>
            <p:ph sz="quarter" idx="10" hasCustomPrompt="1"/>
          </p:nvPr>
        </p:nvSpPr>
        <p:spPr>
          <a:xfrm>
            <a:off x="5153836" y="1371602"/>
            <a:ext cx="6177309" cy="1953489"/>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5" name="Straight Connector 4">
            <a:extLst>
              <a:ext uri="{FF2B5EF4-FFF2-40B4-BE49-F238E27FC236}">
                <a16:creationId xmlns:a16="http://schemas.microsoft.com/office/drawing/2014/main" id="{A087279F-936E-0F41-B533-7990D668D7CF}"/>
              </a:ext>
              <a:ext uri="{C183D7F6-B498-43B3-948B-1728B52AA6E4}">
                <adec:decorative xmlns:adec="http://schemas.microsoft.com/office/drawing/2017/decorative" val="1"/>
              </a:ext>
            </a:extLst>
          </p:cNvPr>
          <p:cNvCxnSpPr>
            <a:cxnSpLocks/>
          </p:cNvCxnSpPr>
          <p:nvPr userDrawn="1"/>
        </p:nvCxnSpPr>
        <p:spPr>
          <a:xfrm>
            <a:off x="5153836" y="3446156"/>
            <a:ext cx="6177309" cy="0"/>
          </a:xfrm>
          <a:prstGeom prst="line">
            <a:avLst/>
          </a:prstGeom>
          <a:ln w="1905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9">
            <a:extLst>
              <a:ext uri="{FF2B5EF4-FFF2-40B4-BE49-F238E27FC236}">
                <a16:creationId xmlns:a16="http://schemas.microsoft.com/office/drawing/2014/main" id="{CDD03AA1-6D53-FEB1-9B22-57C1066DA336}"/>
              </a:ext>
            </a:extLst>
          </p:cNvPr>
          <p:cNvSpPr>
            <a:spLocks noGrp="1"/>
          </p:cNvSpPr>
          <p:nvPr>
            <p:ph sz="quarter" idx="11" hasCustomPrompt="1"/>
          </p:nvPr>
        </p:nvSpPr>
        <p:spPr>
          <a:xfrm>
            <a:off x="5153836" y="3745924"/>
            <a:ext cx="6177309" cy="2238918"/>
          </a:xfrm>
          <a:effectLst/>
        </p:spPr>
        <p:txBody>
          <a:bodyPr anchor="t"/>
          <a:lstStyle>
            <a:lvl1pPr marL="283464" indent="-283464">
              <a:lnSpc>
                <a:spcPct val="120000"/>
              </a:lnSpc>
              <a:spcBef>
                <a:spcPts val="0"/>
              </a:spcBef>
              <a:spcAft>
                <a:spcPts val="0"/>
              </a:spcAft>
              <a:buClr>
                <a:schemeClr val="tx1"/>
              </a:buClr>
              <a:buFont typeface="Arial" panose="020B0604020202020204" pitchFamily="34" charset="0"/>
              <a:buChar char="•"/>
              <a:defRPr/>
            </a:lvl1pPr>
            <a:lvl2pPr marL="742950" indent="-285750">
              <a:lnSpc>
                <a:spcPct val="120000"/>
              </a:lnSpc>
              <a:spcBef>
                <a:spcPts val="0"/>
              </a:spcBef>
              <a:spcAft>
                <a:spcPts val="0"/>
              </a:spcAft>
              <a:buClr>
                <a:schemeClr val="tx1"/>
              </a:buClr>
              <a:buFont typeface="Arial" panose="020B0604020202020204" pitchFamily="34" charset="0"/>
              <a:buChar char="•"/>
              <a:defRPr/>
            </a:lvl2pPr>
            <a:lvl3pPr marL="1143000" indent="-228600">
              <a:lnSpc>
                <a:spcPct val="120000"/>
              </a:lnSpc>
              <a:spcBef>
                <a:spcPts val="0"/>
              </a:spcBef>
              <a:spcAft>
                <a:spcPts val="0"/>
              </a:spcAft>
              <a:buClr>
                <a:schemeClr val="tx1"/>
              </a:buClr>
              <a:buFont typeface="Arial" panose="020B0604020202020204" pitchFamily="34" charset="0"/>
              <a:buChar char="•"/>
              <a:defRPr/>
            </a:lvl3pPr>
            <a:lvl4pPr marL="1600200" indent="-228600">
              <a:lnSpc>
                <a:spcPct val="120000"/>
              </a:lnSpc>
              <a:spcBef>
                <a:spcPts val="0"/>
              </a:spcBef>
              <a:spcAft>
                <a:spcPts val="0"/>
              </a:spcAft>
              <a:buClr>
                <a:schemeClr val="tx1"/>
              </a:buClr>
              <a:buFont typeface="Arial" panose="020B0604020202020204" pitchFamily="34" charset="0"/>
              <a:buChar char="•"/>
              <a:defRPr/>
            </a:lvl4pPr>
            <a:lvl5pPr marL="2057400" indent="-228600">
              <a:lnSpc>
                <a:spcPct val="120000"/>
              </a:lnSpc>
              <a:spcBef>
                <a:spcPts val="0"/>
              </a:spcBef>
              <a:spcAft>
                <a:spcPts val="0"/>
              </a:spcAft>
              <a:buClr>
                <a:schemeClr val="tx1"/>
              </a:buClr>
              <a:buFont typeface="Arial" panose="020B0604020202020204" pitchFamily="34" charset="0"/>
              <a:buChar char="•"/>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9371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10001" y="685800"/>
            <a:ext cx="10571998" cy="2983528"/>
          </a:xfrm>
          <a:effectLst/>
        </p:spPr>
        <p:txBody>
          <a:bodyPr/>
          <a:lstStyle>
            <a:lvl1pPr algn="ctr">
              <a:defRPr sz="3600" spc="0" baseline="0">
                <a:solidFill>
                  <a:schemeClr val="accent4">
                    <a:lumMod val="60000"/>
                    <a:lumOff val="40000"/>
                  </a:schemeClr>
                </a:solidFill>
                <a:effectLst/>
              </a:defRPr>
            </a:lvl1pPr>
          </a:lstStyle>
          <a:p>
            <a:r>
              <a:rPr lang="en-US" dirty="0"/>
              <a:t>Click to add title</a:t>
            </a:r>
          </a:p>
        </p:txBody>
      </p:sp>
    </p:spTree>
    <p:extLst>
      <p:ext uri="{BB962C8B-B14F-4D97-AF65-F5344CB8AC3E}">
        <p14:creationId xmlns:p14="http://schemas.microsoft.com/office/powerpoint/2010/main" val="4023403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accent1">
            <a:lumMod val="50000"/>
          </a:schemeClr>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12B799F-04B8-4A62-EB7D-F17311231B8E}"/>
              </a:ext>
              <a:ext uri="{C183D7F6-B498-43B3-948B-1728B52AA6E4}">
                <adec:decorative xmlns:adec="http://schemas.microsoft.com/office/drawing/2017/decorative" val="1"/>
              </a:ext>
            </a:extLst>
          </p:cNvPr>
          <p:cNvSpPr/>
          <p:nvPr userDrawn="1"/>
        </p:nvSpPr>
        <p:spPr>
          <a:xfrm>
            <a:off x="7556500" y="0"/>
            <a:ext cx="4635500"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7" name="Rectangle 6">
            <a:extLst>
              <a:ext uri="{FF2B5EF4-FFF2-40B4-BE49-F238E27FC236}">
                <a16:creationId xmlns:a16="http://schemas.microsoft.com/office/drawing/2014/main" id="{08F310BE-5861-E73D-5979-D11A971516CF}"/>
              </a:ext>
              <a:ext uri="{C183D7F6-B498-43B3-948B-1728B52AA6E4}">
                <adec:decorative xmlns:adec="http://schemas.microsoft.com/office/drawing/2017/decorative" val="1"/>
              </a:ext>
            </a:extLst>
          </p:cNvPr>
          <p:cNvSpPr/>
          <p:nvPr userDrawn="1"/>
        </p:nvSpPr>
        <p:spPr>
          <a:xfrm>
            <a:off x="500270" y="487680"/>
            <a:ext cx="6482080" cy="5902960"/>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8" name="Picture 7">
            <a:extLst>
              <a:ext uri="{FF2B5EF4-FFF2-40B4-BE49-F238E27FC236}">
                <a16:creationId xmlns:a16="http://schemas.microsoft.com/office/drawing/2014/main" id="{AA12F5E6-EC22-5E10-94FB-5E546A7B912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10800000">
            <a:off x="495630" y="477518"/>
            <a:ext cx="6482079" cy="5913121"/>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8036952" y="477518"/>
            <a:ext cx="3829465" cy="2693887"/>
          </a:xfrm>
          <a:noFill/>
          <a:effectLst/>
        </p:spPr>
        <p:txBody>
          <a:bodyPr anchor="b"/>
          <a:lstStyle>
            <a:lvl1pPr algn="l">
              <a:defRPr sz="3600" spc="0" baseline="0">
                <a:solidFill>
                  <a:schemeClr val="accent1">
                    <a:lumMod val="50000"/>
                  </a:schemeClr>
                </a:solidFill>
                <a:effectLst/>
              </a:defRPr>
            </a:lvl1pPr>
          </a:lstStyle>
          <a:p>
            <a:r>
              <a:rPr lang="en-US" dirty="0"/>
              <a:t>Click to add title</a:t>
            </a:r>
          </a:p>
        </p:txBody>
      </p:sp>
      <p:sp>
        <p:nvSpPr>
          <p:cNvPr id="13" name="Table Placeholder 12">
            <a:extLst>
              <a:ext uri="{FF2B5EF4-FFF2-40B4-BE49-F238E27FC236}">
                <a16:creationId xmlns:a16="http://schemas.microsoft.com/office/drawing/2014/main" id="{14BBA88A-FAA8-CE13-2A76-BF8B014AE343}"/>
              </a:ext>
            </a:extLst>
          </p:cNvPr>
          <p:cNvSpPr>
            <a:spLocks noGrp="1"/>
          </p:cNvSpPr>
          <p:nvPr>
            <p:ph type="tbl" sz="quarter" idx="11"/>
          </p:nvPr>
        </p:nvSpPr>
        <p:spPr>
          <a:xfrm>
            <a:off x="952500" y="909638"/>
            <a:ext cx="5578475" cy="5038725"/>
          </a:xfrm>
        </p:spPr>
        <p:txBody>
          <a:bodyPr anchor="t"/>
          <a:lstStyle>
            <a:lvl1pPr marL="0" indent="0" algn="ctr">
              <a:buNone/>
              <a:defRPr/>
            </a:lvl1pPr>
          </a:lstStyle>
          <a:p>
            <a:r>
              <a:rPr lang="en-US"/>
              <a:t>Click icon to add table</a:t>
            </a:r>
            <a:endParaRPr lang="en-US" dirty="0"/>
          </a:p>
        </p:txBody>
      </p:sp>
      <p:sp>
        <p:nvSpPr>
          <p:cNvPr id="5" name="Content Placeholder 9">
            <a:extLst>
              <a:ext uri="{FF2B5EF4-FFF2-40B4-BE49-F238E27FC236}">
                <a16:creationId xmlns:a16="http://schemas.microsoft.com/office/drawing/2014/main" id="{0E96890F-0832-5087-193F-70CF33DEE0AD}"/>
              </a:ext>
            </a:extLst>
          </p:cNvPr>
          <p:cNvSpPr>
            <a:spLocks noGrp="1"/>
          </p:cNvSpPr>
          <p:nvPr>
            <p:ph sz="quarter" idx="10" hasCustomPrompt="1"/>
          </p:nvPr>
        </p:nvSpPr>
        <p:spPr>
          <a:xfrm>
            <a:off x="8036953" y="3449781"/>
            <a:ext cx="3829465" cy="2940860"/>
          </a:xfrm>
          <a:effectLst/>
        </p:spPr>
        <p:txBody>
          <a:bodyPr anchor="t"/>
          <a:lstStyle>
            <a:lvl1pPr marL="285750" indent="-285750">
              <a:lnSpc>
                <a:spcPct val="150000"/>
              </a:lnSpc>
              <a:spcBef>
                <a:spcPts val="0"/>
              </a:spcBef>
              <a:spcAft>
                <a:spcPts val="0"/>
              </a:spcAft>
              <a:buClr>
                <a:schemeClr val="accent1">
                  <a:lumMod val="50000"/>
                </a:schemeClr>
              </a:buClr>
              <a:buFont typeface="Arial" panose="020B0604020202020204" pitchFamily="34" charset="0"/>
              <a:buChar char="•"/>
              <a:defRPr>
                <a:solidFill>
                  <a:schemeClr val="accent1">
                    <a:lumMod val="50000"/>
                  </a:schemeClr>
                </a:solidFill>
              </a:defRPr>
            </a:lvl1pPr>
            <a:lvl2pPr marL="742950" indent="-28575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2pPr>
            <a:lvl3pPr marL="11430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3pPr>
            <a:lvl4pPr marL="16002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4pPr>
            <a:lvl5pPr marL="2057400" indent="-228600">
              <a:lnSpc>
                <a:spcPct val="150000"/>
              </a:lnSpc>
              <a:spcAft>
                <a:spcPts val="0"/>
              </a:spcAft>
              <a:buClr>
                <a:schemeClr val="accent1">
                  <a:lumMod val="50000"/>
                </a:schemeClr>
              </a:buClr>
              <a:buFont typeface="Arial" panose="020B0604020202020204" pitchFamily="34" charset="0"/>
              <a:buChar char="•"/>
              <a:defRPr>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12818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able">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59176A3-24B8-086B-739F-2B3DCE8BE094}"/>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4" name="Rectangle 3">
            <a:extLst>
              <a:ext uri="{FF2B5EF4-FFF2-40B4-BE49-F238E27FC236}">
                <a16:creationId xmlns:a16="http://schemas.microsoft.com/office/drawing/2014/main" id="{BA96EFAA-0851-646A-8758-C20243901E54}"/>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488373" y="571501"/>
            <a:ext cx="11139054" cy="1028699"/>
          </a:xfrm>
          <a:effectLst/>
        </p:spPr>
        <p:txBody>
          <a:bodyPr anchor="ctr"/>
          <a:lstStyle>
            <a:lvl1pPr algn="ctr">
              <a:defRPr sz="3600" spc="0" baseline="0">
                <a:solidFill>
                  <a:schemeClr val="tx1"/>
                </a:solidFill>
                <a:effectLst/>
              </a:defRPr>
            </a:lvl1pPr>
          </a:lstStyle>
          <a:p>
            <a:r>
              <a:rPr lang="en-US" dirty="0"/>
              <a:t>Click to add title</a:t>
            </a:r>
          </a:p>
        </p:txBody>
      </p:sp>
      <p:sp>
        <p:nvSpPr>
          <p:cNvPr id="11" name="Table Placeholder 10">
            <a:extLst>
              <a:ext uri="{FF2B5EF4-FFF2-40B4-BE49-F238E27FC236}">
                <a16:creationId xmlns:a16="http://schemas.microsoft.com/office/drawing/2014/main" id="{E10735F5-6B7D-348D-AC70-8BC10CB5F70A}"/>
              </a:ext>
            </a:extLst>
          </p:cNvPr>
          <p:cNvSpPr>
            <a:spLocks noGrp="1"/>
          </p:cNvSpPr>
          <p:nvPr>
            <p:ph type="tbl" sz="quarter" idx="10"/>
          </p:nvPr>
        </p:nvSpPr>
        <p:spPr>
          <a:xfrm>
            <a:off x="838200" y="1860550"/>
            <a:ext cx="10515600" cy="4198938"/>
          </a:xfrm>
        </p:spPr>
        <p:txBody>
          <a:bodyPr anchor="t"/>
          <a:lstStyle>
            <a:lvl1pPr marL="0" indent="0" algn="ctr">
              <a:buNone/>
              <a:defRPr/>
            </a:lvl1pPr>
          </a:lstStyle>
          <a:p>
            <a:r>
              <a:rPr lang="en-US"/>
              <a:t>Click icon to add table</a:t>
            </a:r>
            <a:endParaRPr lang="en-US" dirty="0"/>
          </a:p>
        </p:txBody>
      </p:sp>
    </p:spTree>
    <p:extLst>
      <p:ext uri="{BB962C8B-B14F-4D97-AF65-F5344CB8AC3E}">
        <p14:creationId xmlns:p14="http://schemas.microsoft.com/office/powerpoint/2010/main" val="1912634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lumMod val="50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FDAFCA1-BDD9-1108-8F95-E3FC1A7935C1}"/>
              </a:ext>
              <a:ext uri="{C183D7F6-B498-43B3-948B-1728B52AA6E4}">
                <adec:decorative xmlns:adec="http://schemas.microsoft.com/office/drawing/2017/decorative" val="1"/>
              </a:ext>
            </a:extLst>
          </p:cNvPr>
          <p:cNvGrpSpPr/>
          <p:nvPr userDrawn="1"/>
        </p:nvGrpSpPr>
        <p:grpSpPr>
          <a:xfrm rot="10800000">
            <a:off x="0" y="0"/>
            <a:ext cx="11532896" cy="6858000"/>
            <a:chOff x="659106" y="0"/>
            <a:chExt cx="11532896" cy="6858000"/>
          </a:xfrm>
        </p:grpSpPr>
        <p:sp>
          <p:nvSpPr>
            <p:cNvPr id="3" name="Rectangle 2">
              <a:extLst>
                <a:ext uri="{FF2B5EF4-FFF2-40B4-BE49-F238E27FC236}">
                  <a16:creationId xmlns:a16="http://schemas.microsoft.com/office/drawing/2014/main" id="{E4BFDB24-6BE4-2FC0-F772-DC1DE926E485}"/>
                </a:ext>
              </a:extLst>
            </p:cNvPr>
            <p:cNvSpPr/>
            <p:nvPr/>
          </p:nvSpPr>
          <p:spPr>
            <a:xfrm>
              <a:off x="5995086" y="0"/>
              <a:ext cx="6196916" cy="6858000"/>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4" name="Graphic 3">
              <a:extLst>
                <a:ext uri="{FF2B5EF4-FFF2-40B4-BE49-F238E27FC236}">
                  <a16:creationId xmlns:a16="http://schemas.microsoft.com/office/drawing/2014/main" id="{131EABEA-AB8A-5E4C-A6DD-8F32B70E90A3}"/>
                </a:ext>
              </a:extLst>
            </p:cNvPr>
            <p:cNvPicPr>
              <a:picLocks noChangeAspect="1"/>
            </p:cNvPicPr>
            <p:nvPr/>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1353" t="-388" r="-1" b="-254"/>
            <a:stretch/>
          </p:blipFill>
          <p:spPr>
            <a:xfrm flipH="1">
              <a:off x="659106" y="1956391"/>
              <a:ext cx="4878094" cy="2780414"/>
            </a:xfrm>
            <a:prstGeom prst="rect">
              <a:avLst/>
            </a:prstGeom>
          </p:spPr>
        </p:pic>
        <p:sp>
          <p:nvSpPr>
            <p:cNvPr id="5" name="Rectangle 4">
              <a:extLst>
                <a:ext uri="{FF2B5EF4-FFF2-40B4-BE49-F238E27FC236}">
                  <a16:creationId xmlns:a16="http://schemas.microsoft.com/office/drawing/2014/main" id="{D2279AAC-0D81-D3CD-3F0F-E8CEE0F56D43}"/>
                </a:ext>
              </a:extLst>
            </p:cNvPr>
            <p:cNvSpPr/>
            <p:nvPr/>
          </p:nvSpPr>
          <p:spPr>
            <a:xfrm>
              <a:off x="1328303" y="776532"/>
              <a:ext cx="3434316" cy="501821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617542" y="132080"/>
            <a:ext cx="4928894" cy="6507711"/>
          </a:xfrm>
          <a:noFill/>
          <a:effectLst/>
        </p:spPr>
        <p:txBody>
          <a:bodyPr anchor="ctr"/>
          <a:lstStyle>
            <a:lvl1pPr algn="ctr">
              <a:defRPr sz="3600" spc="0" baseline="0">
                <a:solidFill>
                  <a:schemeClr val="accent1">
                    <a:lumMod val="50000"/>
                  </a:schemeClr>
                </a:solidFill>
                <a:effectLst/>
              </a:defRPr>
            </a:lvl1pPr>
          </a:lstStyle>
          <a:p>
            <a:r>
              <a:rPr lang="en-US" dirty="0"/>
              <a:t>Click to add title</a:t>
            </a:r>
          </a:p>
        </p:txBody>
      </p:sp>
      <p:sp>
        <p:nvSpPr>
          <p:cNvPr id="11" name="Picture Placeholder 10">
            <a:extLst>
              <a:ext uri="{FF2B5EF4-FFF2-40B4-BE49-F238E27FC236}">
                <a16:creationId xmlns:a16="http://schemas.microsoft.com/office/drawing/2014/main" id="{E0720B2D-C199-57FA-9453-DBFB607BA983}"/>
              </a:ext>
            </a:extLst>
          </p:cNvPr>
          <p:cNvSpPr>
            <a:spLocks noGrp="1"/>
          </p:cNvSpPr>
          <p:nvPr>
            <p:ph type="pic" sz="quarter" idx="10"/>
          </p:nvPr>
        </p:nvSpPr>
        <p:spPr>
          <a:xfrm>
            <a:off x="7429500" y="992188"/>
            <a:ext cx="3425825" cy="5018087"/>
          </a:xfrm>
        </p:spPr>
        <p:txBody>
          <a:bodyPr anchor="t"/>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3159858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wo Columns">
    <p:bg>
      <p:bgPr>
        <a:solidFill>
          <a:schemeClr val="accent1">
            <a:lumMod val="5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B11222B-29F6-BF2A-09DE-82F659638940}"/>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2666999" y="-2654300"/>
            <a:ext cx="6858000" cy="12166601"/>
          </a:xfrm>
          <a:prstGeom prst="rect">
            <a:avLst/>
          </a:prstGeom>
        </p:spPr>
      </p:pic>
      <p:sp>
        <p:nvSpPr>
          <p:cNvPr id="3" name="Rectangle 2">
            <a:extLst>
              <a:ext uri="{FF2B5EF4-FFF2-40B4-BE49-F238E27FC236}">
                <a16:creationId xmlns:a16="http://schemas.microsoft.com/office/drawing/2014/main" id="{B035F993-EADB-1C5A-7158-41E510B706E0}"/>
              </a:ext>
              <a:ext uri="{C183D7F6-B498-43B3-948B-1728B52AA6E4}">
                <adec:decorative xmlns:adec="http://schemas.microsoft.com/office/drawing/2017/decorative" val="1"/>
              </a:ext>
            </a:extLst>
          </p:cNvPr>
          <p:cNvSpPr/>
          <p:nvPr userDrawn="1"/>
        </p:nvSpPr>
        <p:spPr>
          <a:xfrm>
            <a:off x="381000" y="422551"/>
            <a:ext cx="11424920" cy="6010146"/>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4" name="Rectangle 3">
            <a:extLst>
              <a:ext uri="{FF2B5EF4-FFF2-40B4-BE49-F238E27FC236}">
                <a16:creationId xmlns:a16="http://schemas.microsoft.com/office/drawing/2014/main" id="{AB12E34E-DBAF-BA5D-15D9-E69A05535785}"/>
              </a:ext>
              <a:ext uri="{C183D7F6-B498-43B3-948B-1728B52AA6E4}">
                <adec:decorative xmlns:adec="http://schemas.microsoft.com/office/drawing/2017/decorative" val="1"/>
              </a:ext>
            </a:extLst>
          </p:cNvPr>
          <p:cNvSpPr/>
          <p:nvPr userDrawn="1"/>
        </p:nvSpPr>
        <p:spPr>
          <a:xfrm>
            <a:off x="381000" y="1889759"/>
            <a:ext cx="11424920" cy="4542937"/>
          </a:xfrm>
          <a:prstGeom prst="rect">
            <a:avLst/>
          </a:prstGeom>
          <a:solidFill>
            <a:schemeClr val="accent4">
              <a:lumMod val="40000"/>
              <a:lumOff val="6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529935" y="571499"/>
            <a:ext cx="11118274" cy="1154114"/>
          </a:xfrm>
          <a:noFill/>
          <a:effectLst/>
        </p:spPr>
        <p:txBody>
          <a:bodyPr anchor="ctr"/>
          <a:lstStyle>
            <a:lvl1pPr algn="ctr">
              <a:defRPr sz="3600" spc="0" baseline="0">
                <a:solidFill>
                  <a:schemeClr val="tx1"/>
                </a:solidFill>
                <a:effectLst/>
              </a:defRPr>
            </a:lvl1pPr>
          </a:lstStyle>
          <a:p>
            <a:r>
              <a:rPr lang="en-US" dirty="0"/>
              <a:t>Click to add title</a:t>
            </a:r>
          </a:p>
        </p:txBody>
      </p:sp>
      <p:sp>
        <p:nvSpPr>
          <p:cNvPr id="5" name="Content Placeholder 9">
            <a:extLst>
              <a:ext uri="{FF2B5EF4-FFF2-40B4-BE49-F238E27FC236}">
                <a16:creationId xmlns:a16="http://schemas.microsoft.com/office/drawing/2014/main" id="{0BF6A552-CE6A-3977-8507-74A1C4C4B5A0}"/>
              </a:ext>
            </a:extLst>
          </p:cNvPr>
          <p:cNvSpPr>
            <a:spLocks noGrp="1"/>
          </p:cNvSpPr>
          <p:nvPr>
            <p:ph sz="quarter" idx="17" hasCustomPrompt="1"/>
          </p:nvPr>
        </p:nvSpPr>
        <p:spPr>
          <a:xfrm>
            <a:off x="841667" y="2461056"/>
            <a:ext cx="3626424" cy="3721535"/>
          </a:xfrm>
          <a:effectLst/>
        </p:spPr>
        <p:txBody>
          <a:bodyPr anchor="t">
            <a:normAutofit/>
          </a:bodyPr>
          <a:lstStyle>
            <a:lvl1pPr marL="285750" indent="-285750">
              <a:lnSpc>
                <a:spcPct val="120000"/>
              </a:lnSpc>
              <a:spcBef>
                <a:spcPts val="600"/>
              </a:spcBef>
              <a:spcAft>
                <a:spcPts val="1200"/>
              </a:spcAft>
              <a:buClr>
                <a:schemeClr val="accent1">
                  <a:lumMod val="50000"/>
                </a:schemeClr>
              </a:buClr>
              <a:buFont typeface="Arial" panose="020B0604020202020204" pitchFamily="34" charset="0"/>
              <a:buChar char="•"/>
              <a:defRPr sz="1800">
                <a:solidFill>
                  <a:schemeClr val="accent1">
                    <a:lumMod val="50000"/>
                  </a:schemeClr>
                </a:solidFill>
              </a:defRPr>
            </a:lvl1pPr>
            <a:lvl2pPr marL="742950" indent="-285750">
              <a:lnSpc>
                <a:spcPct val="120000"/>
              </a:lnSpc>
              <a:spcAft>
                <a:spcPts val="1200"/>
              </a:spcAft>
              <a:buClr>
                <a:schemeClr val="accent1">
                  <a:lumMod val="50000"/>
                </a:schemeClr>
              </a:buClr>
              <a:buFont typeface="Arial" panose="020B0604020202020204" pitchFamily="34" charset="0"/>
              <a:buChar char="•"/>
              <a:defRPr sz="1600">
                <a:solidFill>
                  <a:schemeClr val="accent1">
                    <a:lumMod val="50000"/>
                  </a:schemeClr>
                </a:solidFill>
              </a:defRPr>
            </a:lvl2pPr>
            <a:lvl3pPr marL="1143000" indent="-228600">
              <a:lnSpc>
                <a:spcPct val="120000"/>
              </a:lnSpc>
              <a:spcAft>
                <a:spcPts val="1200"/>
              </a:spcAft>
              <a:buClr>
                <a:schemeClr val="accent1">
                  <a:lumMod val="50000"/>
                </a:schemeClr>
              </a:buClr>
              <a:buFont typeface="Arial" panose="020B0604020202020204" pitchFamily="34" charset="0"/>
              <a:buChar char="•"/>
              <a:defRPr sz="1400">
                <a:solidFill>
                  <a:schemeClr val="accent1">
                    <a:lumMod val="50000"/>
                  </a:schemeClr>
                </a:solidFill>
              </a:defRPr>
            </a:lvl3pPr>
            <a:lvl4pPr marL="16002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4pPr>
            <a:lvl5pPr marL="2057400" indent="-228600">
              <a:lnSpc>
                <a:spcPct val="120000"/>
              </a:lnSpc>
              <a:spcAft>
                <a:spcPts val="1200"/>
              </a:spcAft>
              <a:buClr>
                <a:schemeClr val="accent1">
                  <a:lumMod val="50000"/>
                </a:schemeClr>
              </a:buClr>
              <a:buFont typeface="Arial" panose="020B0604020202020204" pitchFamily="34" charset="0"/>
              <a:buChar char="•"/>
              <a:defRPr sz="12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9">
            <a:extLst>
              <a:ext uri="{FF2B5EF4-FFF2-40B4-BE49-F238E27FC236}">
                <a16:creationId xmlns:a16="http://schemas.microsoft.com/office/drawing/2014/main" id="{4C80689F-A123-F6D7-2AA8-9166317EF424}"/>
              </a:ext>
            </a:extLst>
          </p:cNvPr>
          <p:cNvSpPr>
            <a:spLocks noGrp="1"/>
          </p:cNvSpPr>
          <p:nvPr>
            <p:ph sz="quarter" idx="18" hasCustomPrompt="1"/>
          </p:nvPr>
        </p:nvSpPr>
        <p:spPr>
          <a:xfrm>
            <a:off x="5995282" y="2440275"/>
            <a:ext cx="5164553" cy="3721534"/>
          </a:xfrm>
          <a:effectLst/>
        </p:spPr>
        <p:txBody>
          <a:bodyPr anchor="t">
            <a:normAutofit/>
          </a:bodyPr>
          <a:lstStyle>
            <a:lvl1pPr marL="342900" indent="-342900">
              <a:lnSpc>
                <a:spcPct val="120000"/>
              </a:lnSpc>
              <a:spcBef>
                <a:spcPts val="600"/>
              </a:spcBef>
              <a:spcAft>
                <a:spcPts val="600"/>
              </a:spcAft>
              <a:buClr>
                <a:schemeClr val="accent1">
                  <a:lumMod val="50000"/>
                </a:schemeClr>
              </a:buClr>
              <a:buFont typeface="+mj-lt"/>
              <a:buAutoNum type="arabicPeriod"/>
              <a:defRPr sz="1800" b="1">
                <a:solidFill>
                  <a:schemeClr val="accent1">
                    <a:lumMod val="50000"/>
                  </a:schemeClr>
                </a:solidFill>
              </a:defRPr>
            </a:lvl1pPr>
            <a:lvl2pPr marL="347472" indent="0">
              <a:lnSpc>
                <a:spcPct val="120000"/>
              </a:lnSpc>
              <a:spcBef>
                <a:spcPts val="0"/>
              </a:spcBef>
              <a:spcAft>
                <a:spcPts val="600"/>
              </a:spcAft>
              <a:buClr>
                <a:schemeClr val="accent1">
                  <a:lumMod val="50000"/>
                </a:schemeClr>
              </a:buClr>
              <a:buNone/>
              <a:defRPr sz="1800">
                <a:solidFill>
                  <a:schemeClr val="accent1">
                    <a:lumMod val="50000"/>
                  </a:schemeClr>
                </a:solidFill>
              </a:defRPr>
            </a:lvl2pPr>
            <a:lvl3pPr marL="914400" indent="0">
              <a:lnSpc>
                <a:spcPct val="120000"/>
              </a:lnSpc>
              <a:spcAft>
                <a:spcPts val="600"/>
              </a:spcAft>
              <a:buClr>
                <a:schemeClr val="accent1">
                  <a:lumMod val="50000"/>
                </a:schemeClr>
              </a:buClr>
              <a:buNone/>
              <a:defRPr sz="1800">
                <a:solidFill>
                  <a:schemeClr val="accent1">
                    <a:lumMod val="50000"/>
                  </a:schemeClr>
                </a:solidFill>
              </a:defRPr>
            </a:lvl3pPr>
            <a:lvl4pPr marL="1371600" indent="0">
              <a:lnSpc>
                <a:spcPct val="120000"/>
              </a:lnSpc>
              <a:spcAft>
                <a:spcPts val="600"/>
              </a:spcAft>
              <a:buClr>
                <a:schemeClr val="accent1">
                  <a:lumMod val="50000"/>
                </a:schemeClr>
              </a:buClr>
              <a:buNone/>
              <a:defRPr sz="1800">
                <a:solidFill>
                  <a:schemeClr val="accent1">
                    <a:lumMod val="50000"/>
                  </a:schemeClr>
                </a:solidFill>
              </a:defRPr>
            </a:lvl4pPr>
            <a:lvl5pPr marL="1828800" indent="0">
              <a:lnSpc>
                <a:spcPct val="120000"/>
              </a:lnSpc>
              <a:spcAft>
                <a:spcPts val="600"/>
              </a:spcAft>
              <a:buClr>
                <a:schemeClr val="accent1">
                  <a:lumMod val="50000"/>
                </a:schemeClr>
              </a:buClr>
              <a:buNone/>
              <a:defRPr sz="1800">
                <a:solidFill>
                  <a:schemeClr val="accent1">
                    <a:lumMod val="50000"/>
                  </a:schemeClr>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18202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
    <p:bg>
      <p:bgPr>
        <a:solidFill>
          <a:schemeClr val="accent1">
            <a:lumMod val="50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F4DCF8-BA15-AB79-2D14-040F5A063B79}"/>
              </a:ext>
              <a:ext uri="{C183D7F6-B498-43B3-948B-1728B52AA6E4}">
                <adec:decorative xmlns:adec="http://schemas.microsoft.com/office/drawing/2017/decorative" val="1"/>
              </a:ext>
            </a:extLst>
          </p:cNvPr>
          <p:cNvSpPr/>
          <p:nvPr userDrawn="1"/>
        </p:nvSpPr>
        <p:spPr>
          <a:xfrm>
            <a:off x="435935" y="414670"/>
            <a:ext cx="11320130" cy="6018027"/>
          </a:xfrm>
          <a:prstGeom prst="rect">
            <a:avLst/>
          </a:prstGeom>
          <a:solidFill>
            <a:schemeClr val="accent1">
              <a:lumMod val="50000"/>
            </a:schemeClr>
          </a:solidFill>
          <a:ln>
            <a:noFill/>
          </a:ln>
          <a:effectLst>
            <a:outerShdw blurRad="254000" dist="50800" dir="2700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pic>
        <p:nvPicPr>
          <p:cNvPr id="6" name="Picture 5">
            <a:extLst>
              <a:ext uri="{FF2B5EF4-FFF2-40B4-BE49-F238E27FC236}">
                <a16:creationId xmlns:a16="http://schemas.microsoft.com/office/drawing/2014/main" id="{5ED22DD7-291D-E347-8A4C-07E31E681333}"/>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prstClr val="black"/>
              <a:schemeClr val="accent1">
                <a:tint val="45000"/>
                <a:satMod val="400000"/>
              </a:schemeClr>
            </a:duotone>
            <a:alphaModFix amt="50000"/>
            <a:extLst>
              <a:ext uri="{28A0092B-C50C-407E-A947-70E740481C1C}">
                <a14:useLocalDpi xmlns:a14="http://schemas.microsoft.com/office/drawing/2010/main"/>
              </a:ext>
            </a:extLst>
          </a:blip>
          <a:srcRect/>
          <a:stretch/>
        </p:blipFill>
        <p:spPr>
          <a:xfrm rot="5400000">
            <a:off x="3092299" y="-2231063"/>
            <a:ext cx="6007395" cy="11320129"/>
          </a:xfrm>
          <a:prstGeom prst="rect">
            <a:avLst/>
          </a:prstGeom>
        </p:spPr>
      </p:pic>
      <p:sp>
        <p:nvSpPr>
          <p:cNvPr id="9" name="Title 8">
            <a:extLst>
              <a:ext uri="{FF2B5EF4-FFF2-40B4-BE49-F238E27FC236}">
                <a16:creationId xmlns:a16="http://schemas.microsoft.com/office/drawing/2014/main" id="{5997EA3E-49E5-518D-63DB-0BD43D3ACFCD}"/>
              </a:ext>
            </a:extLst>
          </p:cNvPr>
          <p:cNvSpPr>
            <a:spLocks noGrp="1"/>
          </p:cNvSpPr>
          <p:nvPr>
            <p:ph type="title" hasCustomPrompt="1"/>
          </p:nvPr>
        </p:nvSpPr>
        <p:spPr>
          <a:xfrm>
            <a:off x="770660" y="1017858"/>
            <a:ext cx="10650681" cy="2719255"/>
          </a:xfrm>
          <a:noFill/>
          <a:effectLst/>
        </p:spPr>
        <p:txBody>
          <a:bodyPr anchor="b"/>
          <a:lstStyle>
            <a:lvl1pPr algn="ctr">
              <a:defRPr sz="7200" spc="-300" baseline="0">
                <a:solidFill>
                  <a:schemeClr val="accent4">
                    <a:lumMod val="60000"/>
                    <a:lumOff val="40000"/>
                  </a:schemeClr>
                </a:solidFill>
                <a:effectLst/>
              </a:defRPr>
            </a:lvl1pPr>
          </a:lstStyle>
          <a:p>
            <a:r>
              <a:rPr lang="en-US" dirty="0"/>
              <a:t>Click to add title</a:t>
            </a:r>
          </a:p>
        </p:txBody>
      </p:sp>
      <p:sp>
        <p:nvSpPr>
          <p:cNvPr id="7" name="Text Placeholder 6">
            <a:extLst>
              <a:ext uri="{FF2B5EF4-FFF2-40B4-BE49-F238E27FC236}">
                <a16:creationId xmlns:a16="http://schemas.microsoft.com/office/drawing/2014/main" id="{5D0FE23B-34E3-BAAF-E01D-BE221B4A94EF}"/>
              </a:ext>
            </a:extLst>
          </p:cNvPr>
          <p:cNvSpPr>
            <a:spLocks noGrp="1"/>
          </p:cNvSpPr>
          <p:nvPr>
            <p:ph type="body" sz="quarter" idx="14" hasCustomPrompt="1"/>
          </p:nvPr>
        </p:nvSpPr>
        <p:spPr>
          <a:xfrm>
            <a:off x="770660" y="4042066"/>
            <a:ext cx="10650681" cy="2296843"/>
          </a:xfrm>
          <a:effectLst/>
        </p:spPr>
        <p:txBody>
          <a:bodyPr anchor="t"/>
          <a:lstStyle>
            <a:lvl1pPr marL="0" indent="0" algn="ctr">
              <a:lnSpc>
                <a:spcPct val="120000"/>
              </a:lnSpc>
              <a:spcBef>
                <a:spcPts val="0"/>
              </a:spcBef>
              <a:spcAft>
                <a:spcPts val="0"/>
              </a:spcAft>
              <a:buNone/>
              <a:defRPr>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text</a:t>
            </a:r>
          </a:p>
        </p:txBody>
      </p:sp>
    </p:spTree>
    <p:extLst>
      <p:ext uri="{BB962C8B-B14F-4D97-AF65-F5344CB8AC3E}">
        <p14:creationId xmlns:p14="http://schemas.microsoft.com/office/powerpoint/2010/main" val="3272508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86F7BD38-A805-4B2C-9BDF-D56E94387879}" type="datetime1">
              <a:rPr lang="en-US" smtClean="0"/>
              <a:t>10/19/2025</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tx1"/>
                </a:solidFill>
              </a:defRPr>
            </a:lvl1pPr>
          </a:lstStyle>
          <a:p>
            <a:fld id="{D57F1E4F-1CFF-5643-939E-217C01CDF56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86" r:id="rId1"/>
    <p:sldLayoutId id="2147483668" r:id="rId2"/>
    <p:sldLayoutId id="2147483669" r:id="rId3"/>
    <p:sldLayoutId id="2147483684" r:id="rId4"/>
    <p:sldLayoutId id="2147483672" r:id="rId5"/>
    <p:sldLayoutId id="2147483687" r:id="rId6"/>
    <p:sldLayoutId id="2147483671" r:id="rId7"/>
    <p:sldLayoutId id="2147483688" r:id="rId8"/>
    <p:sldLayoutId id="2147483689" r:id="rId9"/>
    <p:sldLayoutId id="2147483690" r:id="rId10"/>
    <p:sldLayoutId id="2147483691" r:id="rId11"/>
    <p:sldLayoutId id="2147483692" r:id="rId12"/>
    <p:sldLayoutId id="2147483693" r:id="rId13"/>
    <p:sldLayoutId id="2147483685" r:id="rId14"/>
  </p:sldLayoutIdLst>
  <p:hf sldNum="0" hdr="0" ftr="0" dt="0"/>
  <p:txStyles>
    <p:titleStyle>
      <a:lvl1pPr algn="l" defTabSz="457200" rtl="0" eaLnBrk="1" latinLnBrk="0" hangingPunct="1">
        <a:spcBef>
          <a:spcPct val="0"/>
        </a:spcBef>
        <a:buNone/>
        <a:defRPr sz="4000" b="1" kern="1200" baseline="0">
          <a:ln>
            <a:noFill/>
          </a:ln>
          <a:solidFill>
            <a:srgbClr val="FEFEFE"/>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tx1"/>
        </a:buClr>
        <a:buFont typeface="Arial" panose="020B0604020202020204" pitchFamily="34" charset="0"/>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tx1"/>
        </a:buClr>
        <a:buFont typeface="Arial" panose="020B0604020202020204" pitchFamily="34" charset="0"/>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tx1"/>
        </a:buClr>
        <a:buFont typeface="Arial" panose="020B0604020202020204" pitchFamily="34" charset="0"/>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tx1"/>
        </a:buClr>
        <a:buFont typeface="Arial" panose="020B0604020202020204" pitchFamily="34" charset="0"/>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762A4-2E4B-23FB-9F8B-D54C0F90A08A}"/>
              </a:ext>
            </a:extLst>
          </p:cNvPr>
          <p:cNvSpPr>
            <a:spLocks noGrp="1"/>
          </p:cNvSpPr>
          <p:nvPr>
            <p:ph type="title"/>
          </p:nvPr>
        </p:nvSpPr>
        <p:spPr>
          <a:xfrm>
            <a:off x="810001" y="2722468"/>
            <a:ext cx="10571998" cy="1413063"/>
          </a:xfrm>
        </p:spPr>
        <p:txBody>
          <a:bodyPr/>
          <a:lstStyle/>
          <a:p>
            <a:pPr lvl="0"/>
            <a:r>
              <a:rPr lang="sr-Latn-RS" sz="4400" noProof="0" dirty="0"/>
              <a:t>Tema: </a:t>
            </a:r>
            <a:r>
              <a:rPr lang="en-US" sz="4400" noProof="0" dirty="0"/>
              <a:t>Po</a:t>
            </a:r>
            <a:r>
              <a:rPr lang="sr-Latn-RS" sz="4400" noProof="0" dirty="0"/>
              <a:t>zicioniranje korisnika u </a:t>
            </a:r>
            <a:r>
              <a:rPr lang="sr-Latn-RS" sz="4400" i="1" noProof="0" dirty="0"/>
              <a:t>indoor</a:t>
            </a:r>
            <a:r>
              <a:rPr lang="sr-Latn-RS" sz="4400" noProof="0" dirty="0"/>
              <a:t> okruženu primenom tehnika mašinskog učenja</a:t>
            </a:r>
            <a:endParaRPr lang="en-US" sz="4400" noProof="0" dirty="0"/>
          </a:p>
        </p:txBody>
      </p:sp>
      <p:sp>
        <p:nvSpPr>
          <p:cNvPr id="3" name="TextBox 2">
            <a:extLst>
              <a:ext uri="{FF2B5EF4-FFF2-40B4-BE49-F238E27FC236}">
                <a16:creationId xmlns:a16="http://schemas.microsoft.com/office/drawing/2014/main" id="{02EE4835-3613-4F9E-D312-BBC887EF357A}"/>
              </a:ext>
            </a:extLst>
          </p:cNvPr>
          <p:cNvSpPr txBox="1"/>
          <p:nvPr/>
        </p:nvSpPr>
        <p:spPr>
          <a:xfrm>
            <a:off x="6728695" y="4959927"/>
            <a:ext cx="5084616" cy="461665"/>
          </a:xfrm>
          <a:prstGeom prst="rect">
            <a:avLst/>
          </a:prstGeom>
          <a:noFill/>
        </p:spPr>
        <p:txBody>
          <a:bodyPr wrap="square" rtlCol="0">
            <a:spAutoFit/>
          </a:bodyPr>
          <a:lstStyle/>
          <a:p>
            <a:r>
              <a:rPr lang="sr-Latn-RS" sz="2400" dirty="0"/>
              <a:t>Kandidat: Luka Hadžić 2020/0385</a:t>
            </a:r>
            <a:endParaRPr lang="en-US" sz="2400" dirty="0"/>
          </a:p>
        </p:txBody>
      </p:sp>
      <p:sp>
        <p:nvSpPr>
          <p:cNvPr id="4" name="TextBox 3">
            <a:extLst>
              <a:ext uri="{FF2B5EF4-FFF2-40B4-BE49-F238E27FC236}">
                <a16:creationId xmlns:a16="http://schemas.microsoft.com/office/drawing/2014/main" id="{105E6C6D-1E3A-8F35-1DB8-7FA691F1E8AB}"/>
              </a:ext>
            </a:extLst>
          </p:cNvPr>
          <p:cNvSpPr txBox="1"/>
          <p:nvPr/>
        </p:nvSpPr>
        <p:spPr>
          <a:xfrm>
            <a:off x="452581" y="4959927"/>
            <a:ext cx="4895274" cy="830997"/>
          </a:xfrm>
          <a:prstGeom prst="rect">
            <a:avLst/>
          </a:prstGeom>
          <a:noFill/>
        </p:spPr>
        <p:txBody>
          <a:bodyPr wrap="square" rtlCol="0">
            <a:spAutoFit/>
          </a:bodyPr>
          <a:lstStyle/>
          <a:p>
            <a:r>
              <a:rPr lang="sr-Latn-RS" sz="2400" dirty="0"/>
              <a:t>Mentor: Dr Aleksandar Nešković Redovni profesor</a:t>
            </a:r>
            <a:endParaRPr lang="en-US" sz="2400" dirty="0"/>
          </a:p>
        </p:txBody>
      </p:sp>
      <p:sp>
        <p:nvSpPr>
          <p:cNvPr id="5" name="TextBox 4">
            <a:extLst>
              <a:ext uri="{FF2B5EF4-FFF2-40B4-BE49-F238E27FC236}">
                <a16:creationId xmlns:a16="http://schemas.microsoft.com/office/drawing/2014/main" id="{593E2DF0-31E9-8825-9239-64C5BE26875D}"/>
              </a:ext>
            </a:extLst>
          </p:cNvPr>
          <p:cNvSpPr txBox="1"/>
          <p:nvPr/>
        </p:nvSpPr>
        <p:spPr>
          <a:xfrm>
            <a:off x="4114800" y="1297863"/>
            <a:ext cx="3962400" cy="461665"/>
          </a:xfrm>
          <a:prstGeom prst="rect">
            <a:avLst/>
          </a:prstGeom>
          <a:noFill/>
        </p:spPr>
        <p:txBody>
          <a:bodyPr wrap="square" rtlCol="0">
            <a:spAutoFit/>
          </a:bodyPr>
          <a:lstStyle/>
          <a:p>
            <a:pPr algn="ctr"/>
            <a:r>
              <a:rPr lang="sr-Latn-RS" sz="2400" dirty="0"/>
              <a:t>Diplomski rad</a:t>
            </a:r>
            <a:endParaRPr lang="en-US" sz="2400" dirty="0"/>
          </a:p>
        </p:txBody>
      </p:sp>
    </p:spTree>
    <p:extLst>
      <p:ext uri="{BB962C8B-B14F-4D97-AF65-F5344CB8AC3E}">
        <p14:creationId xmlns:p14="http://schemas.microsoft.com/office/powerpoint/2010/main" val="431835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B7740-ED88-9F6A-89FF-4B0DFAAC36EA}"/>
              </a:ext>
            </a:extLst>
          </p:cNvPr>
          <p:cNvSpPr>
            <a:spLocks noGrp="1"/>
          </p:cNvSpPr>
          <p:nvPr>
            <p:ph type="title"/>
          </p:nvPr>
        </p:nvSpPr>
        <p:spPr>
          <a:xfrm>
            <a:off x="944217" y="924167"/>
            <a:ext cx="4383156" cy="5009322"/>
          </a:xfrm>
        </p:spPr>
        <p:txBody>
          <a:bodyPr/>
          <a:lstStyle/>
          <a:p>
            <a:r>
              <a:rPr lang="sr-Latn-RS" sz="4000" dirty="0"/>
              <a:t>Sadržaj</a:t>
            </a:r>
            <a:endParaRPr lang="en-US" sz="4000" dirty="0"/>
          </a:p>
        </p:txBody>
      </p:sp>
      <p:sp>
        <p:nvSpPr>
          <p:cNvPr id="3" name="Text Placeholder 2">
            <a:extLst>
              <a:ext uri="{FF2B5EF4-FFF2-40B4-BE49-F238E27FC236}">
                <a16:creationId xmlns:a16="http://schemas.microsoft.com/office/drawing/2014/main" id="{39A25282-EE8D-71BA-6317-EECFE33238DC}"/>
              </a:ext>
            </a:extLst>
          </p:cNvPr>
          <p:cNvSpPr>
            <a:spLocks noGrp="1"/>
          </p:cNvSpPr>
          <p:nvPr>
            <p:ph type="body" sz="quarter" idx="14"/>
          </p:nvPr>
        </p:nvSpPr>
        <p:spPr>
          <a:xfrm>
            <a:off x="6400800" y="924512"/>
            <a:ext cx="4750904" cy="5008977"/>
          </a:xfrm>
        </p:spPr>
        <p:txBody>
          <a:bodyPr>
            <a:normAutofit/>
          </a:bodyPr>
          <a:lstStyle/>
          <a:p>
            <a:pPr lvl="0"/>
            <a:r>
              <a:rPr lang="sr-Latn-RS" sz="2400" noProof="0" dirty="0"/>
              <a:t>Ideja </a:t>
            </a:r>
            <a:endParaRPr lang="en-US" sz="2400" noProof="0" dirty="0"/>
          </a:p>
          <a:p>
            <a:pPr lvl="0"/>
            <a:r>
              <a:rPr lang="sr-Latn-RS" sz="2400" noProof="0" dirty="0"/>
              <a:t>Prikupljanje podataka</a:t>
            </a:r>
          </a:p>
          <a:p>
            <a:pPr lvl="0"/>
            <a:r>
              <a:rPr lang="sr-Latn-RS" sz="2400" dirty="0"/>
              <a:t>Obrada podataka</a:t>
            </a:r>
            <a:endParaRPr lang="en-US" sz="2400" noProof="0" dirty="0"/>
          </a:p>
          <a:p>
            <a:pPr lvl="0"/>
            <a:r>
              <a:rPr lang="sr-Latn-RS" sz="2400" noProof="0" dirty="0"/>
              <a:t>Osnovni sistem</a:t>
            </a:r>
            <a:endParaRPr lang="en-US" sz="2400" noProof="0" dirty="0"/>
          </a:p>
          <a:p>
            <a:pPr lvl="0"/>
            <a:r>
              <a:rPr lang="sr-Latn-RS" sz="2400" noProof="0" dirty="0"/>
              <a:t>Sektorizacija prostora</a:t>
            </a:r>
            <a:endParaRPr lang="en-US" sz="2400" noProof="0" dirty="0"/>
          </a:p>
          <a:p>
            <a:pPr lvl="0"/>
            <a:r>
              <a:rPr lang="sr-Latn-RS" sz="2400" dirty="0"/>
              <a:t>Većinsko odlučivanje</a:t>
            </a:r>
            <a:endParaRPr lang="en-US" sz="2400" dirty="0"/>
          </a:p>
          <a:p>
            <a:pPr lvl="0"/>
            <a:r>
              <a:rPr lang="en-US" sz="2400" noProof="0" dirty="0" err="1"/>
              <a:t>Zaklju</a:t>
            </a:r>
            <a:r>
              <a:rPr lang="sr-Latn-RS" sz="2400" dirty="0"/>
              <a:t>čak</a:t>
            </a:r>
            <a:endParaRPr lang="en-US" sz="2400" noProof="0" dirty="0"/>
          </a:p>
        </p:txBody>
      </p:sp>
    </p:spTree>
    <p:extLst>
      <p:ext uri="{BB962C8B-B14F-4D97-AF65-F5344CB8AC3E}">
        <p14:creationId xmlns:p14="http://schemas.microsoft.com/office/powerpoint/2010/main" val="909924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CF8F5-609D-E31E-6659-2E3CE63097D7}"/>
              </a:ext>
            </a:extLst>
          </p:cNvPr>
          <p:cNvSpPr>
            <a:spLocks noGrp="1"/>
          </p:cNvSpPr>
          <p:nvPr>
            <p:ph type="title"/>
          </p:nvPr>
        </p:nvSpPr>
        <p:spPr>
          <a:xfrm>
            <a:off x="810001" y="327529"/>
            <a:ext cx="10571998" cy="776447"/>
          </a:xfrm>
        </p:spPr>
        <p:txBody>
          <a:bodyPr/>
          <a:lstStyle/>
          <a:p>
            <a:pPr lvl="0"/>
            <a:r>
              <a:rPr lang="sr-Latn-RS" sz="4400" dirty="0"/>
              <a:t>Ideja</a:t>
            </a:r>
            <a:endParaRPr lang="en-US" sz="4400" noProof="0" dirty="0"/>
          </a:p>
        </p:txBody>
      </p:sp>
      <p:pic>
        <p:nvPicPr>
          <p:cNvPr id="4" name="Picture 3">
            <a:extLst>
              <a:ext uri="{FF2B5EF4-FFF2-40B4-BE49-F238E27FC236}">
                <a16:creationId xmlns:a16="http://schemas.microsoft.com/office/drawing/2014/main" id="{14219DC0-03DB-020C-F60E-B73594A3DB68}"/>
              </a:ext>
            </a:extLst>
          </p:cNvPr>
          <p:cNvPicPr>
            <a:picLocks noChangeAspect="1"/>
          </p:cNvPicPr>
          <p:nvPr/>
        </p:nvPicPr>
        <p:blipFill>
          <a:blip r:embed="rId3"/>
          <a:stretch>
            <a:fillRect/>
          </a:stretch>
        </p:blipFill>
        <p:spPr>
          <a:xfrm>
            <a:off x="140005" y="1131675"/>
            <a:ext cx="2983440" cy="5303894"/>
          </a:xfrm>
          <a:prstGeom prst="rect">
            <a:avLst/>
          </a:prstGeom>
        </p:spPr>
      </p:pic>
      <p:cxnSp>
        <p:nvCxnSpPr>
          <p:cNvPr id="22" name="Straight Arrow Connector 21">
            <a:extLst>
              <a:ext uri="{FF2B5EF4-FFF2-40B4-BE49-F238E27FC236}">
                <a16:creationId xmlns:a16="http://schemas.microsoft.com/office/drawing/2014/main" id="{A17B7507-E97B-07E4-E79B-136B6AA7603C}"/>
              </a:ext>
            </a:extLst>
          </p:cNvPr>
          <p:cNvCxnSpPr>
            <a:cxnSpLocks/>
          </p:cNvCxnSpPr>
          <p:nvPr/>
        </p:nvCxnSpPr>
        <p:spPr>
          <a:xfrm>
            <a:off x="723578" y="2451903"/>
            <a:ext cx="1160328" cy="3614655"/>
          </a:xfrm>
          <a:prstGeom prst="straightConnector1">
            <a:avLst/>
          </a:prstGeom>
          <a:ln w="38100">
            <a:solidFill>
              <a:srgbClr val="F9E0B9"/>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C7251AE-DE29-8278-E97E-AE39145A7C67}"/>
              </a:ext>
            </a:extLst>
          </p:cNvPr>
          <p:cNvCxnSpPr>
            <a:cxnSpLocks/>
          </p:cNvCxnSpPr>
          <p:nvPr/>
        </p:nvCxnSpPr>
        <p:spPr>
          <a:xfrm flipH="1">
            <a:off x="1883906" y="1352776"/>
            <a:ext cx="991745" cy="4713782"/>
          </a:xfrm>
          <a:prstGeom prst="straightConnector1">
            <a:avLst/>
          </a:prstGeom>
          <a:ln w="38100">
            <a:solidFill>
              <a:srgbClr val="F9E0B9"/>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EE8A7C5-6D92-4E84-4C82-74588A5724F9}"/>
              </a:ext>
            </a:extLst>
          </p:cNvPr>
          <p:cNvCxnSpPr>
            <a:cxnSpLocks/>
          </p:cNvCxnSpPr>
          <p:nvPr/>
        </p:nvCxnSpPr>
        <p:spPr>
          <a:xfrm>
            <a:off x="1702633" y="3396321"/>
            <a:ext cx="181273" cy="2670237"/>
          </a:xfrm>
          <a:prstGeom prst="straightConnector1">
            <a:avLst/>
          </a:prstGeom>
          <a:ln w="38100">
            <a:solidFill>
              <a:srgbClr val="F9E0B9"/>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4FED34B-43ED-893E-FC54-35E289A55804}"/>
              </a:ext>
            </a:extLst>
          </p:cNvPr>
          <p:cNvCxnSpPr>
            <a:cxnSpLocks/>
          </p:cNvCxnSpPr>
          <p:nvPr/>
        </p:nvCxnSpPr>
        <p:spPr>
          <a:xfrm flipH="1">
            <a:off x="1883906" y="4603976"/>
            <a:ext cx="1239539" cy="1462582"/>
          </a:xfrm>
          <a:prstGeom prst="straightConnector1">
            <a:avLst/>
          </a:prstGeom>
          <a:ln w="38100">
            <a:solidFill>
              <a:srgbClr val="F9E0B9"/>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C10D86C-0190-DE0F-6DF4-783B27F7BEF5}"/>
              </a:ext>
            </a:extLst>
          </p:cNvPr>
          <p:cNvCxnSpPr>
            <a:cxnSpLocks/>
          </p:cNvCxnSpPr>
          <p:nvPr/>
        </p:nvCxnSpPr>
        <p:spPr>
          <a:xfrm>
            <a:off x="3259469" y="3494197"/>
            <a:ext cx="2922800" cy="0"/>
          </a:xfrm>
          <a:prstGeom prst="straightConnector1">
            <a:avLst/>
          </a:prstGeom>
          <a:ln w="76200">
            <a:solidFill>
              <a:srgbClr val="F9E0B9"/>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7" name="Table 46">
            <a:extLst>
              <a:ext uri="{FF2B5EF4-FFF2-40B4-BE49-F238E27FC236}">
                <a16:creationId xmlns:a16="http://schemas.microsoft.com/office/drawing/2014/main" id="{AD03B6E8-778A-C89C-0B25-0594ACD63049}"/>
              </a:ext>
            </a:extLst>
          </p:cNvPr>
          <p:cNvGraphicFramePr>
            <a:graphicFrameLocks noGrp="1"/>
          </p:cNvGraphicFramePr>
          <p:nvPr>
            <p:extLst>
              <p:ext uri="{D42A27DB-BD31-4B8C-83A1-F6EECF244321}">
                <p14:modId xmlns:p14="http://schemas.microsoft.com/office/powerpoint/2010/main" val="969930676"/>
              </p:ext>
            </p:extLst>
          </p:nvPr>
        </p:nvGraphicFramePr>
        <p:xfrm>
          <a:off x="3500600" y="2010836"/>
          <a:ext cx="2237904" cy="2966720"/>
        </p:xfrm>
        <a:graphic>
          <a:graphicData uri="http://schemas.openxmlformats.org/drawingml/2006/table">
            <a:tbl>
              <a:tblPr firstRow="1" bandRow="1">
                <a:tableStyleId>{1E171933-4619-4E11-9A3F-F7608DF75F80}</a:tableStyleId>
              </a:tblPr>
              <a:tblGrid>
                <a:gridCol w="535472">
                  <a:extLst>
                    <a:ext uri="{9D8B030D-6E8A-4147-A177-3AD203B41FA5}">
                      <a16:colId xmlns:a16="http://schemas.microsoft.com/office/drawing/2014/main" val="1441677435"/>
                    </a:ext>
                  </a:extLst>
                </a:gridCol>
                <a:gridCol w="1702432">
                  <a:extLst>
                    <a:ext uri="{9D8B030D-6E8A-4147-A177-3AD203B41FA5}">
                      <a16:colId xmlns:a16="http://schemas.microsoft.com/office/drawing/2014/main" val="1860438607"/>
                    </a:ext>
                  </a:extLst>
                </a:gridCol>
              </a:tblGrid>
              <a:tr h="370840">
                <a:tc rowSpan="8">
                  <a:txBody>
                    <a:bodyPr/>
                    <a:lstStyle/>
                    <a:p>
                      <a:pPr algn="ctr"/>
                      <a:r>
                        <a:rPr lang="en-US" dirty="0">
                          <a:solidFill>
                            <a:schemeClr val="bg1"/>
                          </a:solidFill>
                        </a:rPr>
                        <a:t>RSSI</a:t>
                      </a:r>
                    </a:p>
                  </a:txBody>
                  <a:tcPr vert="wordArtVert" anchor="ctr">
                    <a:solidFill>
                      <a:srgbClr val="F9E0B9"/>
                    </a:solidFill>
                  </a:tcPr>
                </a:tc>
                <a:tc>
                  <a:txBody>
                    <a:bodyPr/>
                    <a:lstStyle/>
                    <a:p>
                      <a:pPr algn="ctr"/>
                      <a:r>
                        <a:rPr lang="en-US" sz="1800" b="0" dirty="0">
                          <a:solidFill>
                            <a:schemeClr val="bg1"/>
                          </a:solidFill>
                        </a:rPr>
                        <a:t>AP1[dBm]</a:t>
                      </a:r>
                      <a:endParaRPr lang="en-US" b="0" dirty="0">
                        <a:solidFill>
                          <a:schemeClr val="bg1"/>
                        </a:solidFill>
                      </a:endParaRPr>
                    </a:p>
                  </a:txBody>
                  <a:tcPr>
                    <a:solidFill>
                      <a:schemeClr val="tx1"/>
                    </a:solidFill>
                  </a:tcPr>
                </a:tc>
                <a:extLst>
                  <a:ext uri="{0D108BD9-81ED-4DB2-BD59-A6C34878D82A}">
                    <a16:rowId xmlns:a16="http://schemas.microsoft.com/office/drawing/2014/main" val="2066556947"/>
                  </a:ext>
                </a:extLst>
              </a:tr>
              <a:tr h="370840">
                <a:tc vMerge="1">
                  <a:txBody>
                    <a:bodyPr/>
                    <a:lstStyle/>
                    <a:p>
                      <a:endParaRPr lang="en-US" dirty="0"/>
                    </a:p>
                  </a:txBody>
                  <a:tcPr>
                    <a:solidFill>
                      <a:srgbClr val="F9E0B9"/>
                    </a:solidFill>
                  </a:tcPr>
                </a:tc>
                <a:tc>
                  <a:txBody>
                    <a:bodyPr/>
                    <a:lstStyle/>
                    <a:p>
                      <a:pPr algn="ctr"/>
                      <a:r>
                        <a:rPr lang="en-US" sz="1800" b="0" dirty="0">
                          <a:solidFill>
                            <a:schemeClr val="bg1"/>
                          </a:solidFill>
                        </a:rPr>
                        <a:t>AP2</a:t>
                      </a:r>
                      <a:r>
                        <a:rPr lang="en-US" sz="1800" dirty="0"/>
                        <a:t>[dBm]</a:t>
                      </a:r>
                      <a:endParaRPr lang="en-US" dirty="0">
                        <a:solidFill>
                          <a:schemeClr val="bg1"/>
                        </a:solidFill>
                      </a:endParaRPr>
                    </a:p>
                  </a:txBody>
                  <a:tcPr/>
                </a:tc>
                <a:extLst>
                  <a:ext uri="{0D108BD9-81ED-4DB2-BD59-A6C34878D82A}">
                    <a16:rowId xmlns:a16="http://schemas.microsoft.com/office/drawing/2014/main" val="408319557"/>
                  </a:ext>
                </a:extLst>
              </a:tr>
              <a:tr h="370840">
                <a:tc vMerge="1">
                  <a:txBody>
                    <a:bodyPr/>
                    <a:lstStyle/>
                    <a:p>
                      <a:endParaRPr lang="en-US"/>
                    </a:p>
                  </a:txBody>
                  <a:tcPr>
                    <a:solidFill>
                      <a:srgbClr val="F9E0B9"/>
                    </a:solidFill>
                  </a:tcPr>
                </a:tc>
                <a:tc>
                  <a:txBody>
                    <a:bodyPr/>
                    <a:lstStyle/>
                    <a:p>
                      <a:pPr algn="ctr"/>
                      <a:r>
                        <a:rPr lang="en-US" sz="1800" b="0" dirty="0">
                          <a:solidFill>
                            <a:schemeClr val="bg1"/>
                          </a:solidFill>
                        </a:rPr>
                        <a:t>AP3</a:t>
                      </a:r>
                      <a:r>
                        <a:rPr lang="en-US" sz="1800" dirty="0"/>
                        <a:t>[dBm]</a:t>
                      </a:r>
                      <a:endParaRPr lang="en-US" dirty="0">
                        <a:solidFill>
                          <a:schemeClr val="bg1"/>
                        </a:solidFill>
                      </a:endParaRPr>
                    </a:p>
                  </a:txBody>
                  <a:tcPr/>
                </a:tc>
                <a:extLst>
                  <a:ext uri="{0D108BD9-81ED-4DB2-BD59-A6C34878D82A}">
                    <a16:rowId xmlns:a16="http://schemas.microsoft.com/office/drawing/2014/main" val="4163036220"/>
                  </a:ext>
                </a:extLst>
              </a:tr>
              <a:tr h="370840">
                <a:tc vMerge="1">
                  <a:txBody>
                    <a:bodyPr/>
                    <a:lstStyle/>
                    <a:p>
                      <a:endParaRPr lang="en-US" dirty="0"/>
                    </a:p>
                  </a:txBody>
                  <a:tcPr>
                    <a:solidFill>
                      <a:srgbClr val="F9E0B9"/>
                    </a:solidFill>
                  </a:tcPr>
                </a:tc>
                <a:tc>
                  <a:txBody>
                    <a:bodyPr/>
                    <a:lstStyle/>
                    <a:p>
                      <a:pPr algn="ctr"/>
                      <a:r>
                        <a:rPr lang="en-US" sz="1800" b="0" dirty="0">
                          <a:solidFill>
                            <a:schemeClr val="bg1"/>
                          </a:solidFill>
                        </a:rPr>
                        <a:t>AP4</a:t>
                      </a:r>
                      <a:r>
                        <a:rPr lang="en-US" sz="1800" dirty="0"/>
                        <a:t>[dBm]</a:t>
                      </a:r>
                      <a:endParaRPr lang="en-US" dirty="0">
                        <a:solidFill>
                          <a:schemeClr val="bg1"/>
                        </a:solidFill>
                      </a:endParaRPr>
                    </a:p>
                  </a:txBody>
                  <a:tcPr/>
                </a:tc>
                <a:extLst>
                  <a:ext uri="{0D108BD9-81ED-4DB2-BD59-A6C34878D82A}">
                    <a16:rowId xmlns:a16="http://schemas.microsoft.com/office/drawing/2014/main" val="4064702647"/>
                  </a:ext>
                </a:extLst>
              </a:tr>
              <a:tr h="370840">
                <a:tc vMerge="1">
                  <a:txBody>
                    <a:bodyPr/>
                    <a:lstStyle/>
                    <a:p>
                      <a:endParaRPr lang="en-US" dirty="0"/>
                    </a:p>
                  </a:txBody>
                  <a:tcPr>
                    <a:solidFill>
                      <a:srgbClr val="F9E0B9"/>
                    </a:solidFill>
                  </a:tcPr>
                </a:tc>
                <a:tc>
                  <a:txBody>
                    <a:bodyPr/>
                    <a:lstStyle/>
                    <a:p>
                      <a:pPr algn="ctr"/>
                      <a:r>
                        <a:rPr lang="en-US" sz="1800" b="0" dirty="0">
                          <a:solidFill>
                            <a:schemeClr val="bg1"/>
                          </a:solidFill>
                        </a:rPr>
                        <a:t>AP5</a:t>
                      </a:r>
                      <a:r>
                        <a:rPr lang="en-US" sz="1800" dirty="0"/>
                        <a:t>[dBm]</a:t>
                      </a:r>
                      <a:endParaRPr lang="en-US" dirty="0">
                        <a:solidFill>
                          <a:schemeClr val="bg1"/>
                        </a:solidFill>
                      </a:endParaRPr>
                    </a:p>
                  </a:txBody>
                  <a:tcPr/>
                </a:tc>
                <a:extLst>
                  <a:ext uri="{0D108BD9-81ED-4DB2-BD59-A6C34878D82A}">
                    <a16:rowId xmlns:a16="http://schemas.microsoft.com/office/drawing/2014/main" val="626568926"/>
                  </a:ext>
                </a:extLst>
              </a:tr>
              <a:tr h="370840">
                <a:tc vMerge="1">
                  <a:txBody>
                    <a:bodyPr/>
                    <a:lstStyle/>
                    <a:p>
                      <a:endParaRPr lang="en-US" dirty="0"/>
                    </a:p>
                  </a:txBody>
                  <a:tcPr>
                    <a:solidFill>
                      <a:srgbClr val="F9E0B9"/>
                    </a:solidFill>
                  </a:tcPr>
                </a:tc>
                <a:tc>
                  <a:txBody>
                    <a:bodyPr/>
                    <a:lstStyle/>
                    <a:p>
                      <a:pPr algn="ctr"/>
                      <a:r>
                        <a:rPr lang="en-US" sz="1800" b="0" dirty="0">
                          <a:solidFill>
                            <a:schemeClr val="bg1"/>
                          </a:solidFill>
                        </a:rPr>
                        <a:t>AP6</a:t>
                      </a:r>
                      <a:r>
                        <a:rPr lang="en-US" sz="1800" dirty="0"/>
                        <a:t>[dBm]</a:t>
                      </a:r>
                      <a:endParaRPr lang="en-US" dirty="0">
                        <a:solidFill>
                          <a:schemeClr val="bg1"/>
                        </a:solidFill>
                      </a:endParaRPr>
                    </a:p>
                  </a:txBody>
                  <a:tcPr/>
                </a:tc>
                <a:extLst>
                  <a:ext uri="{0D108BD9-81ED-4DB2-BD59-A6C34878D82A}">
                    <a16:rowId xmlns:a16="http://schemas.microsoft.com/office/drawing/2014/main" val="4280421686"/>
                  </a:ext>
                </a:extLst>
              </a:tr>
              <a:tr h="370840">
                <a:tc vMerge="1">
                  <a:txBody>
                    <a:bodyPr/>
                    <a:lstStyle/>
                    <a:p>
                      <a:endParaRPr lang="en-US" dirty="0"/>
                    </a:p>
                  </a:txBody>
                  <a:tcPr>
                    <a:solidFill>
                      <a:srgbClr val="F9E0B9"/>
                    </a:solidFill>
                  </a:tcPr>
                </a:tc>
                <a:tc>
                  <a:txBody>
                    <a:bodyPr/>
                    <a:lstStyle/>
                    <a:p>
                      <a:pPr algn="ctr"/>
                      <a:r>
                        <a:rPr lang="en-US" sz="1800" b="0" dirty="0">
                          <a:solidFill>
                            <a:schemeClr val="bg1"/>
                          </a:solidFill>
                        </a:rPr>
                        <a:t>AP7</a:t>
                      </a:r>
                      <a:r>
                        <a:rPr lang="en-US" sz="1800" dirty="0"/>
                        <a:t>[dBm]</a:t>
                      </a:r>
                      <a:endParaRPr lang="en-US" dirty="0">
                        <a:solidFill>
                          <a:schemeClr val="bg1"/>
                        </a:solidFill>
                      </a:endParaRPr>
                    </a:p>
                  </a:txBody>
                  <a:tcPr/>
                </a:tc>
                <a:extLst>
                  <a:ext uri="{0D108BD9-81ED-4DB2-BD59-A6C34878D82A}">
                    <a16:rowId xmlns:a16="http://schemas.microsoft.com/office/drawing/2014/main" val="1472402751"/>
                  </a:ext>
                </a:extLst>
              </a:tr>
              <a:tr h="370840">
                <a:tc vMerge="1">
                  <a:txBody>
                    <a:bodyPr/>
                    <a:lstStyle/>
                    <a:p>
                      <a:endParaRPr lang="en-US" dirty="0"/>
                    </a:p>
                  </a:txBody>
                  <a:tcPr>
                    <a:solidFill>
                      <a:srgbClr val="F9E0B9"/>
                    </a:solidFill>
                  </a:tcPr>
                </a:tc>
                <a:tc>
                  <a:txBody>
                    <a:bodyPr/>
                    <a:lstStyle/>
                    <a:p>
                      <a:pPr algn="ctr"/>
                      <a:r>
                        <a:rPr lang="en-US" sz="1800" b="0" dirty="0">
                          <a:solidFill>
                            <a:schemeClr val="bg1"/>
                          </a:solidFill>
                        </a:rPr>
                        <a:t>AP8</a:t>
                      </a:r>
                      <a:r>
                        <a:rPr lang="en-US" sz="1800" dirty="0"/>
                        <a:t>[dBm]</a:t>
                      </a:r>
                      <a:endParaRPr lang="en-US" dirty="0">
                        <a:solidFill>
                          <a:schemeClr val="bg1"/>
                        </a:solidFill>
                      </a:endParaRPr>
                    </a:p>
                  </a:txBody>
                  <a:tcPr/>
                </a:tc>
                <a:extLst>
                  <a:ext uri="{0D108BD9-81ED-4DB2-BD59-A6C34878D82A}">
                    <a16:rowId xmlns:a16="http://schemas.microsoft.com/office/drawing/2014/main" val="1558163520"/>
                  </a:ext>
                </a:extLst>
              </a:tr>
            </a:tbl>
          </a:graphicData>
        </a:graphic>
      </p:graphicFrame>
      <p:pic>
        <p:nvPicPr>
          <p:cNvPr id="51" name="Picture 50">
            <a:extLst>
              <a:ext uri="{FF2B5EF4-FFF2-40B4-BE49-F238E27FC236}">
                <a16:creationId xmlns:a16="http://schemas.microsoft.com/office/drawing/2014/main" id="{0FC7330F-A680-F19E-EC7D-375EA26F8BB4}"/>
              </a:ext>
            </a:extLst>
          </p:cNvPr>
          <p:cNvPicPr>
            <a:picLocks noChangeAspect="1"/>
          </p:cNvPicPr>
          <p:nvPr/>
        </p:nvPicPr>
        <p:blipFill>
          <a:blip r:embed="rId4"/>
          <a:stretch>
            <a:fillRect/>
          </a:stretch>
        </p:blipFill>
        <p:spPr>
          <a:xfrm>
            <a:off x="6242877" y="2119394"/>
            <a:ext cx="5871143" cy="2791963"/>
          </a:xfrm>
          <a:prstGeom prst="rect">
            <a:avLst/>
          </a:prstGeom>
        </p:spPr>
      </p:pic>
      <p:sp>
        <p:nvSpPr>
          <p:cNvPr id="57" name="Oval 56">
            <a:extLst>
              <a:ext uri="{FF2B5EF4-FFF2-40B4-BE49-F238E27FC236}">
                <a16:creationId xmlns:a16="http://schemas.microsoft.com/office/drawing/2014/main" id="{2530EB4A-6D98-2094-99E5-6284E472E4ED}"/>
              </a:ext>
            </a:extLst>
          </p:cNvPr>
          <p:cNvSpPr/>
          <p:nvPr/>
        </p:nvSpPr>
        <p:spPr>
          <a:xfrm>
            <a:off x="7342515" y="2724055"/>
            <a:ext cx="91200" cy="88800"/>
          </a:xfrm>
          <a:prstGeom prst="ellipse">
            <a:avLst/>
          </a:prstGeom>
          <a:solidFill>
            <a:srgbClr val="E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9" name="Picture 58">
            <a:extLst>
              <a:ext uri="{FF2B5EF4-FFF2-40B4-BE49-F238E27FC236}">
                <a16:creationId xmlns:a16="http://schemas.microsoft.com/office/drawing/2014/main" id="{0A12B56E-978E-7B20-EEFA-7A5CED419BF1}"/>
              </a:ext>
            </a:extLst>
          </p:cNvPr>
          <p:cNvPicPr>
            <a:picLocks noChangeAspect="1"/>
          </p:cNvPicPr>
          <p:nvPr/>
        </p:nvPicPr>
        <p:blipFill>
          <a:blip r:embed="rId5">
            <a:lum bright="70000" contrast="-70000"/>
          </a:blip>
          <a:stretch>
            <a:fillRect/>
          </a:stretch>
        </p:blipFill>
        <p:spPr>
          <a:xfrm rot="20853251">
            <a:off x="887091" y="5288080"/>
            <a:ext cx="1088946" cy="1013777"/>
          </a:xfrm>
          <a:prstGeom prst="rect">
            <a:avLst/>
          </a:prstGeom>
        </p:spPr>
      </p:pic>
    </p:spTree>
    <p:extLst>
      <p:ext uri="{BB962C8B-B14F-4D97-AF65-F5344CB8AC3E}">
        <p14:creationId xmlns:p14="http://schemas.microsoft.com/office/powerpoint/2010/main" val="1173936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B34B1E-C458-5D95-2C7A-BEE4B76581D2}"/>
              </a:ext>
            </a:extLst>
          </p:cNvPr>
          <p:cNvSpPr>
            <a:spLocks noGrp="1"/>
          </p:cNvSpPr>
          <p:nvPr>
            <p:ph type="title"/>
          </p:nvPr>
        </p:nvSpPr>
        <p:spPr/>
        <p:txBody>
          <a:bodyPr/>
          <a:lstStyle/>
          <a:p>
            <a:r>
              <a:rPr lang="en-US" dirty="0" err="1">
                <a:solidFill>
                  <a:srgbClr val="F9E0B9"/>
                </a:solidFill>
              </a:rPr>
              <a:t>Prikupljanje</a:t>
            </a:r>
            <a:r>
              <a:rPr lang="en-US" dirty="0">
                <a:solidFill>
                  <a:srgbClr val="F9E0B9"/>
                </a:solidFill>
              </a:rPr>
              <a:t> </a:t>
            </a:r>
            <a:r>
              <a:rPr lang="en-US" dirty="0" err="1">
                <a:solidFill>
                  <a:srgbClr val="F9E0B9"/>
                </a:solidFill>
              </a:rPr>
              <a:t>podataka</a:t>
            </a:r>
            <a:endParaRPr lang="en-US" dirty="0">
              <a:solidFill>
                <a:srgbClr val="F9E0B9"/>
              </a:solidFill>
            </a:endParaRPr>
          </a:p>
        </p:txBody>
      </p:sp>
      <p:pic>
        <p:nvPicPr>
          <p:cNvPr id="9" name="Picture 8">
            <a:extLst>
              <a:ext uri="{FF2B5EF4-FFF2-40B4-BE49-F238E27FC236}">
                <a16:creationId xmlns:a16="http://schemas.microsoft.com/office/drawing/2014/main" id="{5BFC11AA-CAE3-0E0A-9BA9-C6B616877FBF}"/>
              </a:ext>
            </a:extLst>
          </p:cNvPr>
          <p:cNvPicPr>
            <a:picLocks noChangeAspect="1"/>
          </p:cNvPicPr>
          <p:nvPr/>
        </p:nvPicPr>
        <p:blipFill>
          <a:blip r:embed="rId2"/>
          <a:stretch>
            <a:fillRect/>
          </a:stretch>
        </p:blipFill>
        <p:spPr>
          <a:xfrm>
            <a:off x="203199" y="3867416"/>
            <a:ext cx="6188365" cy="2780768"/>
          </a:xfrm>
          <a:prstGeom prst="rect">
            <a:avLst/>
          </a:prstGeom>
        </p:spPr>
      </p:pic>
      <p:pic>
        <p:nvPicPr>
          <p:cNvPr id="7" name="Picture 6">
            <a:extLst>
              <a:ext uri="{FF2B5EF4-FFF2-40B4-BE49-F238E27FC236}">
                <a16:creationId xmlns:a16="http://schemas.microsoft.com/office/drawing/2014/main" id="{35D21974-9BB6-AE1F-0EAB-D7F9FBDF9578}"/>
              </a:ext>
            </a:extLst>
          </p:cNvPr>
          <p:cNvPicPr>
            <a:picLocks noChangeAspect="1"/>
          </p:cNvPicPr>
          <p:nvPr/>
        </p:nvPicPr>
        <p:blipFill>
          <a:blip r:embed="rId3"/>
          <a:stretch>
            <a:fillRect/>
          </a:stretch>
        </p:blipFill>
        <p:spPr>
          <a:xfrm>
            <a:off x="5359235" y="3201999"/>
            <a:ext cx="6705600" cy="2092400"/>
          </a:xfrm>
          <a:prstGeom prst="rect">
            <a:avLst/>
          </a:prstGeom>
        </p:spPr>
      </p:pic>
      <p:sp>
        <p:nvSpPr>
          <p:cNvPr id="10" name="Oval 9">
            <a:extLst>
              <a:ext uri="{FF2B5EF4-FFF2-40B4-BE49-F238E27FC236}">
                <a16:creationId xmlns:a16="http://schemas.microsoft.com/office/drawing/2014/main" id="{C86D54FC-D599-DE47-0829-5C46CB2F694A}"/>
              </a:ext>
            </a:extLst>
          </p:cNvPr>
          <p:cNvSpPr/>
          <p:nvPr/>
        </p:nvSpPr>
        <p:spPr>
          <a:xfrm>
            <a:off x="4725442" y="4052256"/>
            <a:ext cx="195943" cy="195943"/>
          </a:xfrm>
          <a:prstGeom prst="ellipse">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E9A8890-8917-F7F1-D7B8-051D67963A53}"/>
              </a:ext>
            </a:extLst>
          </p:cNvPr>
          <p:cNvSpPr/>
          <p:nvPr/>
        </p:nvSpPr>
        <p:spPr>
          <a:xfrm>
            <a:off x="5359235" y="3302367"/>
            <a:ext cx="6705600" cy="42430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Connector: Elbow 20">
            <a:extLst>
              <a:ext uri="{FF2B5EF4-FFF2-40B4-BE49-F238E27FC236}">
                <a16:creationId xmlns:a16="http://schemas.microsoft.com/office/drawing/2014/main" id="{DD88EE2C-BBFE-6569-B72D-BE8B1CE855A2}"/>
              </a:ext>
            </a:extLst>
          </p:cNvPr>
          <p:cNvCxnSpPr>
            <a:cxnSpLocks/>
            <a:stCxn id="10" idx="0"/>
            <a:endCxn id="12" idx="1"/>
          </p:cNvCxnSpPr>
          <p:nvPr/>
        </p:nvCxnSpPr>
        <p:spPr>
          <a:xfrm rot="5400000" flipH="1" flipV="1">
            <a:off x="4822457" y="3515479"/>
            <a:ext cx="537735" cy="535821"/>
          </a:xfrm>
          <a:prstGeom prst="bentConnector2">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E8B3A35-26BD-0D1F-DA42-89B3AE7D914B}"/>
              </a:ext>
            </a:extLst>
          </p:cNvPr>
          <p:cNvSpPr txBox="1"/>
          <p:nvPr/>
        </p:nvSpPr>
        <p:spPr>
          <a:xfrm>
            <a:off x="429544" y="1668097"/>
            <a:ext cx="5461907" cy="1800493"/>
          </a:xfrm>
          <a:prstGeom prst="rect">
            <a:avLst/>
          </a:prstGeom>
          <a:noFill/>
        </p:spPr>
        <p:txBody>
          <a:bodyPr wrap="square" rtlCol="0">
            <a:spAutoFit/>
          </a:bodyPr>
          <a:lstStyle/>
          <a:p>
            <a:pPr marL="285750" indent="-285750">
              <a:spcAft>
                <a:spcPts val="600"/>
              </a:spcAft>
              <a:buFont typeface="Wingdings 2" panose="05020102010507070707" pitchFamily="18" charset="2"/>
              <a:buChar char="±"/>
            </a:pPr>
            <a:r>
              <a:rPr lang="sr-Latn-RS" sz="2400" dirty="0"/>
              <a:t>Merenja u 403 tačke</a:t>
            </a:r>
          </a:p>
          <a:p>
            <a:pPr marL="285750" indent="-285750">
              <a:spcAft>
                <a:spcPts val="600"/>
              </a:spcAft>
              <a:buFont typeface="Wingdings 2" panose="05020102010507070707" pitchFamily="18" charset="2"/>
              <a:buChar char="±"/>
            </a:pPr>
            <a:r>
              <a:rPr lang="sr-Latn-RS" sz="2400" dirty="0"/>
              <a:t>4 orijentacije: 0</a:t>
            </a:r>
            <a:r>
              <a:rPr lang="sr-Latn-RS" sz="2400" baseline="30000" dirty="0"/>
              <a:t>o</a:t>
            </a:r>
            <a:r>
              <a:rPr lang="sr-Latn-RS" sz="2400" dirty="0"/>
              <a:t>, 90</a:t>
            </a:r>
            <a:r>
              <a:rPr lang="sr-Latn-RS" sz="2400" baseline="30000" dirty="0"/>
              <a:t>o</a:t>
            </a:r>
            <a:r>
              <a:rPr lang="sr-Latn-RS" sz="2400" dirty="0"/>
              <a:t>, 180</a:t>
            </a:r>
            <a:r>
              <a:rPr lang="sr-Latn-RS" sz="2400" baseline="30000" dirty="0"/>
              <a:t>o</a:t>
            </a:r>
            <a:r>
              <a:rPr lang="sr-Latn-RS" sz="2400" dirty="0"/>
              <a:t> i 270</a:t>
            </a:r>
            <a:r>
              <a:rPr lang="sr-Latn-RS" sz="2400" baseline="30000" dirty="0"/>
              <a:t>o</a:t>
            </a:r>
          </a:p>
          <a:p>
            <a:pPr marL="285750" indent="-285750">
              <a:spcAft>
                <a:spcPts val="600"/>
              </a:spcAft>
              <a:buFont typeface="Wingdings 2" panose="05020102010507070707" pitchFamily="18" charset="2"/>
              <a:buChar char="±"/>
            </a:pPr>
            <a:r>
              <a:rPr lang="sr-Latn-RS" sz="2400" dirty="0"/>
              <a:t>Nivo snage signala (RSSI) u dBm</a:t>
            </a:r>
          </a:p>
          <a:p>
            <a:pPr marL="285750" indent="-285750">
              <a:spcAft>
                <a:spcPts val="600"/>
              </a:spcAft>
              <a:buFont typeface="Wingdings 2" panose="05020102010507070707" pitchFamily="18" charset="2"/>
              <a:buChar char="±"/>
            </a:pPr>
            <a:r>
              <a:rPr lang="sr-Latn-RS" sz="2400" dirty="0"/>
              <a:t>Ispod praga prijema </a:t>
            </a:r>
            <a:r>
              <a:rPr lang="en-US" sz="2400" dirty="0"/>
              <a:t>“*”</a:t>
            </a:r>
          </a:p>
        </p:txBody>
      </p:sp>
    </p:spTree>
    <p:extLst>
      <p:ext uri="{BB962C8B-B14F-4D97-AF65-F5344CB8AC3E}">
        <p14:creationId xmlns:p14="http://schemas.microsoft.com/office/powerpoint/2010/main" val="33472497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07FBB55-EF55-03D8-7D3C-29341A40D63E}"/>
              </a:ext>
            </a:extLst>
          </p:cNvPr>
          <p:cNvSpPr>
            <a:spLocks noGrp="1"/>
          </p:cNvSpPr>
          <p:nvPr>
            <p:ph type="title"/>
          </p:nvPr>
        </p:nvSpPr>
        <p:spPr>
          <a:xfrm>
            <a:off x="514350" y="633845"/>
            <a:ext cx="4005695" cy="2192482"/>
          </a:xfrm>
        </p:spPr>
        <p:txBody>
          <a:bodyPr/>
          <a:lstStyle/>
          <a:p>
            <a:r>
              <a:rPr lang="sr-Latn-RS" dirty="0"/>
              <a:t>Obrada podataka</a:t>
            </a:r>
            <a:endParaRPr lang="en-US" dirty="0"/>
          </a:p>
        </p:txBody>
      </p:sp>
      <p:sp>
        <p:nvSpPr>
          <p:cNvPr id="7" name="Content Placeholder 6">
            <a:extLst>
              <a:ext uri="{FF2B5EF4-FFF2-40B4-BE49-F238E27FC236}">
                <a16:creationId xmlns:a16="http://schemas.microsoft.com/office/drawing/2014/main" id="{AD6AD7D9-DEA3-79A4-785F-0EA945171020}"/>
              </a:ext>
            </a:extLst>
          </p:cNvPr>
          <p:cNvSpPr>
            <a:spLocks noGrp="1"/>
          </p:cNvSpPr>
          <p:nvPr>
            <p:ph sz="quarter" idx="11"/>
          </p:nvPr>
        </p:nvSpPr>
        <p:spPr>
          <a:xfrm>
            <a:off x="514350" y="2929812"/>
            <a:ext cx="4005695" cy="3367079"/>
          </a:xfrm>
        </p:spPr>
        <p:txBody>
          <a:bodyPr>
            <a:noAutofit/>
          </a:bodyPr>
          <a:lstStyle/>
          <a:p>
            <a:pPr lvl="0">
              <a:lnSpc>
                <a:spcPct val="100000"/>
              </a:lnSpc>
              <a:spcBef>
                <a:spcPts val="600"/>
              </a:spcBef>
              <a:spcAft>
                <a:spcPts val="1200"/>
              </a:spcAft>
            </a:pPr>
            <a:r>
              <a:rPr lang="en-US" sz="2000" dirty="0" err="1"/>
              <a:t>Oznaka</a:t>
            </a:r>
            <a:r>
              <a:rPr lang="en-US" sz="2000" dirty="0"/>
              <a:t> “*” je </a:t>
            </a:r>
            <a:r>
              <a:rPr lang="sr-Latn-RS" sz="2000" dirty="0"/>
              <a:t>zamenjena sa   -100dBm</a:t>
            </a:r>
            <a:r>
              <a:rPr lang="en-US" sz="2000" dirty="0"/>
              <a:t>, </a:t>
            </a:r>
            <a:r>
              <a:rPr lang="en-US" sz="2000" dirty="0" err="1"/>
              <a:t>ispod</a:t>
            </a:r>
            <a:r>
              <a:rPr lang="en-US" sz="2000" dirty="0"/>
              <a:t> </a:t>
            </a:r>
            <a:r>
              <a:rPr lang="en-US" sz="2000" dirty="0" err="1"/>
              <a:t>praga</a:t>
            </a:r>
            <a:r>
              <a:rPr lang="en-US" sz="2000" dirty="0"/>
              <a:t> </a:t>
            </a:r>
            <a:r>
              <a:rPr lang="en-US" sz="2000" dirty="0" err="1"/>
              <a:t>prijema</a:t>
            </a:r>
            <a:endParaRPr lang="en-US" sz="2000" noProof="0" dirty="0"/>
          </a:p>
          <a:p>
            <a:pPr lvl="0">
              <a:lnSpc>
                <a:spcPct val="100000"/>
              </a:lnSpc>
              <a:spcAft>
                <a:spcPts val="1200"/>
              </a:spcAft>
            </a:pPr>
            <a:r>
              <a:rPr lang="en-US" sz="2000" noProof="0" dirty="0" err="1"/>
              <a:t>Podaci</a:t>
            </a:r>
            <a:r>
              <a:rPr lang="en-US" sz="2000" noProof="0" dirty="0"/>
              <a:t> </a:t>
            </a:r>
            <a:r>
              <a:rPr lang="en-US" sz="2000" noProof="0" dirty="0" err="1"/>
              <a:t>su</a:t>
            </a:r>
            <a:r>
              <a:rPr lang="en-US" sz="2000" noProof="0" dirty="0"/>
              <a:t> </a:t>
            </a:r>
            <a:r>
              <a:rPr lang="en-US" sz="2000" noProof="0" dirty="0" err="1"/>
              <a:t>normalizovani</a:t>
            </a:r>
            <a:r>
              <a:rPr lang="en-US" sz="2000" noProof="0" dirty="0"/>
              <a:t> min-max </a:t>
            </a:r>
            <a:r>
              <a:rPr lang="en-US" sz="2000" noProof="0" dirty="0" err="1"/>
              <a:t>normalizacijom</a:t>
            </a:r>
            <a:endParaRPr lang="en-US" sz="2000" noProof="0" dirty="0"/>
          </a:p>
          <a:p>
            <a:pPr lvl="0">
              <a:lnSpc>
                <a:spcPct val="100000"/>
              </a:lnSpc>
            </a:pPr>
            <a:r>
              <a:rPr lang="sr-Latn-RS" sz="2000" noProof="0" dirty="0"/>
              <a:t>Podela podataka na trening i test 90/10</a:t>
            </a:r>
          </a:p>
        </p:txBody>
      </p:sp>
      <p:graphicFrame>
        <p:nvGraphicFramePr>
          <p:cNvPr id="4" name="Content Placeholder 3" descr="A timeline of the product launch">
            <a:extLst>
              <a:ext uri="{FF2B5EF4-FFF2-40B4-BE49-F238E27FC236}">
                <a16:creationId xmlns:a16="http://schemas.microsoft.com/office/drawing/2014/main" id="{0AA14396-9ECF-6200-84F1-4A2C71CE5B8B}"/>
              </a:ext>
            </a:extLst>
          </p:cNvPr>
          <p:cNvGraphicFramePr>
            <a:graphicFrameLocks noGrp="1"/>
          </p:cNvGraphicFramePr>
          <p:nvPr>
            <p:ph sz="quarter" idx="10"/>
            <p:extLst>
              <p:ext uri="{D42A27DB-BD31-4B8C-83A1-F6EECF244321}">
                <p14:modId xmlns:p14="http://schemas.microsoft.com/office/powerpoint/2010/main" val="549381992"/>
              </p:ext>
            </p:extLst>
          </p:nvPr>
        </p:nvGraphicFramePr>
        <p:xfrm>
          <a:off x="5237163" y="946150"/>
          <a:ext cx="5972175" cy="5160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3" name="Straight Arrow Connector 2">
            <a:extLst>
              <a:ext uri="{FF2B5EF4-FFF2-40B4-BE49-F238E27FC236}">
                <a16:creationId xmlns:a16="http://schemas.microsoft.com/office/drawing/2014/main" id="{DA0D00A2-DC5C-74FA-5D4F-A82769AB7228}"/>
              </a:ext>
            </a:extLst>
          </p:cNvPr>
          <p:cNvCxnSpPr>
            <a:cxnSpLocks/>
          </p:cNvCxnSpPr>
          <p:nvPr/>
        </p:nvCxnSpPr>
        <p:spPr>
          <a:xfrm>
            <a:off x="5694744" y="2111867"/>
            <a:ext cx="300785" cy="0"/>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4434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B8C5E1F-480B-3E93-CB26-DD3BC57F2966}"/>
              </a:ext>
            </a:extLst>
          </p:cNvPr>
          <p:cNvSpPr/>
          <p:nvPr/>
        </p:nvSpPr>
        <p:spPr>
          <a:xfrm>
            <a:off x="0" y="0"/>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C28204-2C6C-CA2B-7ACE-709BD219E7A2}"/>
              </a:ext>
            </a:extLst>
          </p:cNvPr>
          <p:cNvSpPr>
            <a:spLocks noGrp="1"/>
          </p:cNvSpPr>
          <p:nvPr>
            <p:ph type="title"/>
          </p:nvPr>
        </p:nvSpPr>
        <p:spPr>
          <a:xfrm>
            <a:off x="8036951" y="108064"/>
            <a:ext cx="3829465" cy="1960459"/>
          </a:xfrm>
        </p:spPr>
        <p:txBody>
          <a:bodyPr/>
          <a:lstStyle/>
          <a:p>
            <a:r>
              <a:rPr lang="sr-Latn-RS" dirty="0">
                <a:solidFill>
                  <a:srgbClr val="00635D"/>
                </a:solidFill>
              </a:rPr>
              <a:t>Osnovni sistem</a:t>
            </a:r>
            <a:endParaRPr lang="en-US" dirty="0">
              <a:solidFill>
                <a:srgbClr val="00635D"/>
              </a:solidFill>
            </a:endParaRPr>
          </a:p>
        </p:txBody>
      </p:sp>
      <p:pic>
        <p:nvPicPr>
          <p:cNvPr id="19" name="Picture Placeholder 18">
            <a:extLst>
              <a:ext uri="{FF2B5EF4-FFF2-40B4-BE49-F238E27FC236}">
                <a16:creationId xmlns:a16="http://schemas.microsoft.com/office/drawing/2014/main" id="{C9C7069E-8095-250E-5EC8-5FE8BAC18FAA}"/>
              </a:ext>
              <a:ext uri="{C183D7F6-B498-43B3-948B-1728B52AA6E4}">
                <adec:decorative xmlns:adec="http://schemas.microsoft.com/office/drawing/2017/decorative" val="1"/>
              </a:ext>
            </a:extLst>
          </p:cNvPr>
          <p:cNvPicPr>
            <a:picLocks noGrp="1" noChangeAspect="1"/>
          </p:cNvPicPr>
          <p:nvPr>
            <p:ph type="tbl" sz="quarter" idx="11"/>
          </p:nvPr>
        </p:nvPicPr>
        <p:blipFill rotWithShape="1">
          <a:blip r:embed="rId3" cstate="screen">
            <a:duotone>
              <a:prstClr val="black"/>
              <a:schemeClr val="accent1">
                <a:tint val="45000"/>
                <a:satMod val="400000"/>
              </a:schemeClr>
            </a:duotone>
            <a:alphaModFix amt="50000"/>
            <a:extLst>
              <a:ext uri="{28A0092B-C50C-407E-A947-70E740481C1C}">
                <a14:useLocalDpi xmlns:a14="http://schemas.microsoft.com/office/drawing/2010/main"/>
              </a:ext>
            </a:extLst>
          </a:blip>
          <a:stretch/>
        </p:blipFill>
        <p:spPr>
          <a:xfrm>
            <a:off x="2025713" y="920496"/>
            <a:ext cx="3432048" cy="5017008"/>
          </a:xfrm>
        </p:spPr>
      </p:pic>
      <p:sp>
        <p:nvSpPr>
          <p:cNvPr id="3" name="Content Placeholder 2">
            <a:extLst>
              <a:ext uri="{FF2B5EF4-FFF2-40B4-BE49-F238E27FC236}">
                <a16:creationId xmlns:a16="http://schemas.microsoft.com/office/drawing/2014/main" id="{A83F17C7-EFB2-790A-200F-D9BF2626198F}"/>
              </a:ext>
            </a:extLst>
          </p:cNvPr>
          <p:cNvSpPr>
            <a:spLocks noGrp="1"/>
          </p:cNvSpPr>
          <p:nvPr>
            <p:ph sz="quarter" idx="10"/>
          </p:nvPr>
        </p:nvSpPr>
        <p:spPr>
          <a:xfrm>
            <a:off x="8036950" y="2755526"/>
            <a:ext cx="3988795" cy="3307406"/>
          </a:xfrm>
        </p:spPr>
        <p:txBody>
          <a:bodyPr>
            <a:noAutofit/>
          </a:bodyPr>
          <a:lstStyle/>
          <a:p>
            <a:pPr marL="0" lvl="0" indent="0">
              <a:lnSpc>
                <a:spcPct val="100000"/>
              </a:lnSpc>
              <a:spcAft>
                <a:spcPts val="1200"/>
              </a:spcAft>
              <a:buNone/>
            </a:pPr>
            <a:r>
              <a:rPr lang="en-US" sz="1900" noProof="0" dirty="0">
                <a:solidFill>
                  <a:srgbClr val="00635D"/>
                </a:solidFill>
              </a:rPr>
              <a:t>Jedan </a:t>
            </a:r>
            <a:r>
              <a:rPr lang="en-US" sz="1900" noProof="0" dirty="0" err="1">
                <a:solidFill>
                  <a:srgbClr val="00635D"/>
                </a:solidFill>
              </a:rPr>
              <a:t>MultiOutputRegressor</a:t>
            </a:r>
            <a:r>
              <a:rPr lang="en-US" sz="1900" noProof="0" dirty="0">
                <a:solidFill>
                  <a:srgbClr val="00635D"/>
                </a:solidFill>
              </a:rPr>
              <a:t> model </a:t>
            </a:r>
            <a:r>
              <a:rPr lang="en-US" sz="1900" noProof="0" dirty="0" err="1">
                <a:solidFill>
                  <a:srgbClr val="00635D"/>
                </a:solidFill>
              </a:rPr>
              <a:t>baziran</a:t>
            </a:r>
            <a:r>
              <a:rPr lang="en-US" sz="1900" noProof="0" dirty="0">
                <a:solidFill>
                  <a:srgbClr val="00635D"/>
                </a:solidFill>
              </a:rPr>
              <a:t> </a:t>
            </a:r>
            <a:r>
              <a:rPr lang="en-US" sz="1900" noProof="0" dirty="0" err="1">
                <a:solidFill>
                  <a:srgbClr val="00635D"/>
                </a:solidFill>
              </a:rPr>
              <a:t>na</a:t>
            </a:r>
            <a:r>
              <a:rPr lang="en-US" sz="1900" noProof="0" dirty="0">
                <a:solidFill>
                  <a:srgbClr val="00635D"/>
                </a:solidFill>
              </a:rPr>
              <a:t> Support Vectors </a:t>
            </a:r>
            <a:r>
              <a:rPr lang="en-US" sz="1900" noProof="0" dirty="0" err="1">
                <a:solidFill>
                  <a:srgbClr val="00635D"/>
                </a:solidFill>
              </a:rPr>
              <a:t>tehnici</a:t>
            </a:r>
            <a:endParaRPr lang="en-US" sz="1900" noProof="0" dirty="0">
              <a:solidFill>
                <a:srgbClr val="00635D"/>
              </a:solidFill>
            </a:endParaRPr>
          </a:p>
          <a:p>
            <a:pPr marL="0" lvl="0" indent="0">
              <a:lnSpc>
                <a:spcPct val="100000"/>
              </a:lnSpc>
              <a:spcAft>
                <a:spcPts val="1200"/>
              </a:spcAft>
              <a:buNone/>
            </a:pPr>
            <a:r>
              <a:rPr lang="en-US" sz="1900" dirty="0" err="1">
                <a:solidFill>
                  <a:srgbClr val="00635D"/>
                </a:solidFill>
              </a:rPr>
              <a:t>GridSearchCV</a:t>
            </a:r>
            <a:r>
              <a:rPr lang="en-US" sz="1900" dirty="0">
                <a:solidFill>
                  <a:srgbClr val="00635D"/>
                </a:solidFill>
              </a:rPr>
              <a:t> </a:t>
            </a:r>
            <a:r>
              <a:rPr lang="en-US" sz="1900" dirty="0" err="1">
                <a:solidFill>
                  <a:srgbClr val="00635D"/>
                </a:solidFill>
              </a:rPr>
              <a:t>optimizacija</a:t>
            </a:r>
            <a:endParaRPr lang="sr-Latn-RS" sz="1900" dirty="0">
              <a:solidFill>
                <a:srgbClr val="00635D"/>
              </a:solidFill>
            </a:endParaRPr>
          </a:p>
          <a:p>
            <a:pPr marL="0" lvl="0" indent="0">
              <a:spcAft>
                <a:spcPts val="1200"/>
              </a:spcAft>
              <a:buNone/>
            </a:pPr>
            <a:r>
              <a:rPr lang="sr-Latn-RS" sz="1900" dirty="0">
                <a:solidFill>
                  <a:srgbClr val="00635D"/>
                </a:solidFill>
              </a:rPr>
              <a:t>Brzo treniranje </a:t>
            </a:r>
          </a:p>
          <a:p>
            <a:pPr marL="0" lvl="0" indent="0">
              <a:spcAft>
                <a:spcPts val="1200"/>
              </a:spcAft>
              <a:buNone/>
            </a:pPr>
            <a:r>
              <a:rPr lang="sr-Latn-RS" sz="1900" dirty="0">
                <a:solidFill>
                  <a:srgbClr val="00635D"/>
                </a:solidFill>
              </a:rPr>
              <a:t>Trenutno pozicioniranje</a:t>
            </a:r>
            <a:endParaRPr lang="en-US" sz="1900" dirty="0">
              <a:solidFill>
                <a:srgbClr val="00635D"/>
              </a:solidFill>
            </a:endParaRPr>
          </a:p>
          <a:p>
            <a:pPr marL="0" lvl="0" indent="0">
              <a:buNone/>
            </a:pPr>
            <a:r>
              <a:rPr lang="en-US" sz="1900" noProof="0" dirty="0">
                <a:solidFill>
                  <a:srgbClr val="00635D"/>
                </a:solidFill>
              </a:rPr>
              <a:t>P</a:t>
            </a:r>
            <a:r>
              <a:rPr lang="sr-Latn-RS" sz="1900" noProof="0" dirty="0">
                <a:solidFill>
                  <a:srgbClr val="00635D"/>
                </a:solidFill>
              </a:rPr>
              <a:t>rihvatljiva tačnost</a:t>
            </a:r>
            <a:endParaRPr lang="en-US" sz="1900" noProof="0" dirty="0">
              <a:solidFill>
                <a:srgbClr val="00635D"/>
              </a:solidFill>
            </a:endParaRPr>
          </a:p>
        </p:txBody>
      </p:sp>
      <p:sp>
        <p:nvSpPr>
          <p:cNvPr id="9" name="Rectangle 8">
            <a:extLst>
              <a:ext uri="{FF2B5EF4-FFF2-40B4-BE49-F238E27FC236}">
                <a16:creationId xmlns:a16="http://schemas.microsoft.com/office/drawing/2014/main" id="{B474DF99-E9EB-0CB1-33A3-2B3309E48E8A}"/>
              </a:ext>
            </a:extLst>
          </p:cNvPr>
          <p:cNvSpPr/>
          <p:nvPr/>
        </p:nvSpPr>
        <p:spPr>
          <a:xfrm>
            <a:off x="886689" y="920495"/>
            <a:ext cx="5698837" cy="5142437"/>
          </a:xfrm>
          <a:prstGeom prst="rect">
            <a:avLst/>
          </a:prstGeom>
          <a:solidFill>
            <a:srgbClr val="104D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3CDA015B-7371-96CF-9904-5B350DE97592}"/>
              </a:ext>
            </a:extLst>
          </p:cNvPr>
          <p:cNvPicPr>
            <a:picLocks noChangeAspect="1"/>
          </p:cNvPicPr>
          <p:nvPr/>
        </p:nvPicPr>
        <p:blipFill>
          <a:blip r:embed="rId4"/>
          <a:stretch>
            <a:fillRect/>
          </a:stretch>
        </p:blipFill>
        <p:spPr>
          <a:xfrm>
            <a:off x="1280513" y="795067"/>
            <a:ext cx="4911188" cy="1960459"/>
          </a:xfrm>
          <a:prstGeom prst="rect">
            <a:avLst/>
          </a:prstGeom>
          <a:noFill/>
        </p:spPr>
      </p:pic>
      <p:graphicFrame>
        <p:nvGraphicFramePr>
          <p:cNvPr id="7" name="Table Placeholder 2">
            <a:extLst>
              <a:ext uri="{FF2B5EF4-FFF2-40B4-BE49-F238E27FC236}">
                <a16:creationId xmlns:a16="http://schemas.microsoft.com/office/drawing/2014/main" id="{BBAB5BDC-6DBC-3270-0329-1541234D411A}"/>
              </a:ext>
            </a:extLst>
          </p:cNvPr>
          <p:cNvGraphicFramePr>
            <a:graphicFrameLocks/>
          </p:cNvGraphicFramePr>
          <p:nvPr>
            <p:extLst>
              <p:ext uri="{D42A27DB-BD31-4B8C-83A1-F6EECF244321}">
                <p14:modId xmlns:p14="http://schemas.microsoft.com/office/powerpoint/2010/main" val="1806715337"/>
              </p:ext>
            </p:extLst>
          </p:nvPr>
        </p:nvGraphicFramePr>
        <p:xfrm>
          <a:off x="886689" y="2719372"/>
          <a:ext cx="5698837" cy="3343561"/>
        </p:xfrm>
        <a:graphic>
          <a:graphicData uri="http://schemas.openxmlformats.org/drawingml/2006/table">
            <a:tbl>
              <a:tblPr firstRow="1" bandRow="1">
                <a:tableStyleId>{1E171933-4619-4E11-9A3F-F7608DF75F80}</a:tableStyleId>
              </a:tblPr>
              <a:tblGrid>
                <a:gridCol w="2960685">
                  <a:extLst>
                    <a:ext uri="{9D8B030D-6E8A-4147-A177-3AD203B41FA5}">
                      <a16:colId xmlns:a16="http://schemas.microsoft.com/office/drawing/2014/main" val="30750867"/>
                    </a:ext>
                  </a:extLst>
                </a:gridCol>
                <a:gridCol w="2738152">
                  <a:extLst>
                    <a:ext uri="{9D8B030D-6E8A-4147-A177-3AD203B41FA5}">
                      <a16:colId xmlns:a16="http://schemas.microsoft.com/office/drawing/2014/main" val="3469610457"/>
                    </a:ext>
                  </a:extLst>
                </a:gridCol>
              </a:tblGrid>
              <a:tr h="467173">
                <a:tc>
                  <a:txBody>
                    <a:bodyPr/>
                    <a:lstStyle/>
                    <a:p>
                      <a:pPr algn="ctr"/>
                      <a:r>
                        <a:rPr lang="sr-Latn-RS" sz="1800" dirty="0">
                          <a:solidFill>
                            <a:srgbClr val="F9E0B9"/>
                          </a:solidFill>
                        </a:rPr>
                        <a:t>Srednja greška </a:t>
                      </a:r>
                      <a:r>
                        <a:rPr lang="en-US" sz="1800"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algn="ctr"/>
                      <a:r>
                        <a:rPr lang="sr-Latn-RS" sz="1800" b="0" dirty="0">
                          <a:solidFill>
                            <a:schemeClr val="bg1"/>
                          </a:solidFill>
                        </a:rPr>
                        <a:t>8.82</a:t>
                      </a:r>
                      <a:endParaRPr lang="en-US" sz="1800" b="0" dirty="0">
                        <a:solidFill>
                          <a:schemeClr val="bg1"/>
                        </a:solidFill>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FFFFFF"/>
                    </a:solidFill>
                  </a:tcPr>
                </a:tc>
                <a:extLst>
                  <a:ext uri="{0D108BD9-81ED-4DB2-BD59-A6C34878D82A}">
                    <a16:rowId xmlns:a16="http://schemas.microsoft.com/office/drawing/2014/main" val="4251432886"/>
                  </a:ext>
                </a:extLst>
              </a:tr>
              <a:tr h="492413">
                <a:tc>
                  <a:txBody>
                    <a:bodyPr/>
                    <a:lstStyle/>
                    <a:p>
                      <a:pPr algn="ctr"/>
                      <a:r>
                        <a:rPr lang="sr-Latn-RS" sz="1800" b="1" dirty="0">
                          <a:solidFill>
                            <a:srgbClr val="F9E0B9"/>
                          </a:solidFill>
                        </a:rPr>
                        <a:t>Medijana</a:t>
                      </a:r>
                      <a:r>
                        <a:rPr lang="sr-Cyrl-RS" sz="1800" b="1" dirty="0">
                          <a:solidFill>
                            <a:srgbClr val="F9E0B9"/>
                          </a:solidFill>
                        </a:rPr>
                        <a:t> </a:t>
                      </a:r>
                      <a:r>
                        <a:rPr lang="sr-Latn-RS" sz="1800" b="1" dirty="0">
                          <a:solidFill>
                            <a:srgbClr val="F9E0B9"/>
                          </a:solidFill>
                        </a:rPr>
                        <a:t>greške </a:t>
                      </a:r>
                      <a:r>
                        <a:rPr lang="sr-Cyrl-RS" sz="1800" b="1" dirty="0">
                          <a:solidFill>
                            <a:srgbClr val="F9E0B9"/>
                          </a:solidFill>
                        </a:rPr>
                        <a:t>[</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algn="ctr"/>
                      <a:r>
                        <a:rPr lang="sr-Latn-RS" sz="1800" dirty="0"/>
                        <a:t>7.00</a:t>
                      </a:r>
                      <a:endParaRPr lang="en-US" sz="1800" dirty="0"/>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extLst>
                  <a:ext uri="{0D108BD9-81ED-4DB2-BD59-A6C34878D82A}">
                    <a16:rowId xmlns:a16="http://schemas.microsoft.com/office/drawing/2014/main" val="360240625"/>
                  </a:ext>
                </a:extLst>
              </a:tr>
              <a:tr h="429374">
                <a:tc>
                  <a:txBody>
                    <a:bodyPr/>
                    <a:lstStyle/>
                    <a:p>
                      <a:pPr algn="ctr"/>
                      <a:r>
                        <a:rPr lang="en-US" sz="1800" b="1" dirty="0" err="1">
                          <a:solidFill>
                            <a:srgbClr val="F9E0B9"/>
                          </a:solidFill>
                        </a:rPr>
                        <a:t>Percentil</a:t>
                      </a:r>
                      <a:r>
                        <a:rPr lang="en-US" sz="1800" b="1" dirty="0">
                          <a:solidFill>
                            <a:srgbClr val="F9E0B9"/>
                          </a:solidFill>
                        </a:rPr>
                        <a:t> 67</a:t>
                      </a:r>
                      <a:r>
                        <a:rPr lang="sr-Latn-RS" sz="1800" b="1" dirty="0">
                          <a:solidFill>
                            <a:srgbClr val="F9E0B9"/>
                          </a:solidFill>
                        </a:rPr>
                        <a:t> </a:t>
                      </a:r>
                      <a:r>
                        <a:rPr lang="sr-Cyrl-RS" sz="1800" b="1" dirty="0">
                          <a:solidFill>
                            <a:srgbClr val="F9E0B9"/>
                          </a:solidFill>
                        </a:rPr>
                        <a:t>[</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algn="ctr"/>
                      <a:r>
                        <a:rPr lang="sr-Latn-RS" sz="1800" dirty="0"/>
                        <a:t>9.86</a:t>
                      </a:r>
                      <a:endParaRPr lang="en-US" sz="1800" dirty="0"/>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extLst>
                  <a:ext uri="{0D108BD9-81ED-4DB2-BD59-A6C34878D82A}">
                    <a16:rowId xmlns:a16="http://schemas.microsoft.com/office/drawing/2014/main" val="2762393470"/>
                  </a:ext>
                </a:extLst>
              </a:tr>
              <a:tr h="489131">
                <a:tc>
                  <a:txBody>
                    <a:bodyPr/>
                    <a:lstStyle/>
                    <a:p>
                      <a:pPr algn="ctr"/>
                      <a:r>
                        <a:rPr lang="en-US" sz="1800" b="1" dirty="0" err="1">
                          <a:solidFill>
                            <a:srgbClr val="F9E0B9"/>
                          </a:solidFill>
                        </a:rPr>
                        <a:t>Percentil</a:t>
                      </a:r>
                      <a:r>
                        <a:rPr lang="en-US" sz="1800" b="1" dirty="0">
                          <a:solidFill>
                            <a:srgbClr val="F9E0B9"/>
                          </a:solidFill>
                        </a:rPr>
                        <a:t> 95</a:t>
                      </a:r>
                      <a:r>
                        <a:rPr lang="sr-Latn-RS" sz="1800" b="1" dirty="0">
                          <a:solidFill>
                            <a:srgbClr val="F9E0B9"/>
                          </a:solidFill>
                        </a:rPr>
                        <a:t> </a:t>
                      </a:r>
                      <a:r>
                        <a:rPr lang="sr-Cyrl-RS" sz="1800" b="1" dirty="0">
                          <a:solidFill>
                            <a:srgbClr val="F9E0B9"/>
                          </a:solidFill>
                        </a:rPr>
                        <a:t>[</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algn="ctr"/>
                      <a:r>
                        <a:rPr lang="sr-Latn-RS" sz="1800" dirty="0"/>
                        <a:t>19.43</a:t>
                      </a:r>
                      <a:endParaRPr lang="en-US" sz="1800" dirty="0"/>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extLst>
                  <a:ext uri="{0D108BD9-81ED-4DB2-BD59-A6C34878D82A}">
                    <a16:rowId xmlns:a16="http://schemas.microsoft.com/office/drawing/2014/main" val="1311364400"/>
                  </a:ext>
                </a:extLst>
              </a:tr>
              <a:tr h="472060">
                <a:tc>
                  <a:txBody>
                    <a:bodyPr/>
                    <a:lstStyle/>
                    <a:p>
                      <a:pPr algn="ctr"/>
                      <a:r>
                        <a:rPr lang="sr-Latn-RS" sz="1800" b="1" dirty="0">
                          <a:solidFill>
                            <a:srgbClr val="F9E0B9"/>
                          </a:solidFill>
                        </a:rPr>
                        <a:t>Stand. Devijacija </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algn="ctr"/>
                      <a:r>
                        <a:rPr lang="en-US" sz="1800" dirty="0"/>
                        <a:t>6.48</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extLst>
                  <a:ext uri="{0D108BD9-81ED-4DB2-BD59-A6C34878D82A}">
                    <a16:rowId xmlns:a16="http://schemas.microsoft.com/office/drawing/2014/main" val="553361155"/>
                  </a:ext>
                </a:extLst>
              </a:tr>
              <a:tr h="448013">
                <a:tc>
                  <a:txBody>
                    <a:bodyPr/>
                    <a:lstStyle/>
                    <a:p>
                      <a:pPr algn="ctr"/>
                      <a:r>
                        <a:rPr lang="en-US" sz="1800" b="1" dirty="0" err="1">
                          <a:solidFill>
                            <a:srgbClr val="F9E0B9"/>
                          </a:solidFill>
                        </a:rPr>
                        <a:t>Najmanja</a:t>
                      </a:r>
                      <a:r>
                        <a:rPr lang="en-US" sz="1800" b="1" dirty="0">
                          <a:solidFill>
                            <a:srgbClr val="F9E0B9"/>
                          </a:solidFill>
                        </a:rPr>
                        <a:t> </a:t>
                      </a:r>
                      <a:r>
                        <a:rPr lang="en-US" sz="1800" b="1" dirty="0" err="1">
                          <a:solidFill>
                            <a:srgbClr val="F9E0B9"/>
                          </a:solidFill>
                        </a:rPr>
                        <a:t>gre</a:t>
                      </a:r>
                      <a:r>
                        <a:rPr lang="sr-Latn-RS" sz="1800" b="1" dirty="0">
                          <a:solidFill>
                            <a:srgbClr val="F9E0B9"/>
                          </a:solidFill>
                        </a:rPr>
                        <a:t>ška </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algn="ctr"/>
                      <a:r>
                        <a:rPr lang="sr-Latn-RS" sz="1800" dirty="0"/>
                        <a:t>1.49</a:t>
                      </a:r>
                      <a:endParaRPr lang="en-US" sz="1800" dirty="0"/>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extLst>
                  <a:ext uri="{0D108BD9-81ED-4DB2-BD59-A6C34878D82A}">
                    <a16:rowId xmlns:a16="http://schemas.microsoft.com/office/drawing/2014/main" val="2526263980"/>
                  </a:ext>
                </a:extLst>
              </a:tr>
              <a:tr h="545397">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dirty="0" err="1">
                          <a:solidFill>
                            <a:srgbClr val="F9E0B9"/>
                          </a:solidFill>
                        </a:rPr>
                        <a:t>Najv</a:t>
                      </a:r>
                      <a:r>
                        <a:rPr lang="sr-Latn-RS" sz="1800" b="1" dirty="0">
                          <a:solidFill>
                            <a:srgbClr val="F9E0B9"/>
                          </a:solidFill>
                        </a:rPr>
                        <a:t>eća </a:t>
                      </a:r>
                      <a:r>
                        <a:rPr lang="en-US" sz="1800" b="1" dirty="0" err="1">
                          <a:solidFill>
                            <a:srgbClr val="F9E0B9"/>
                          </a:solidFill>
                        </a:rPr>
                        <a:t>gre</a:t>
                      </a:r>
                      <a:r>
                        <a:rPr lang="sr-Latn-RS" sz="1800" b="1" dirty="0">
                          <a:solidFill>
                            <a:srgbClr val="F9E0B9"/>
                          </a:solidFill>
                        </a:rPr>
                        <a:t>ška </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algn="ctr"/>
                      <a:r>
                        <a:rPr lang="sr-Latn-RS" sz="1800" dirty="0"/>
                        <a:t>38.56</a:t>
                      </a:r>
                      <a:endParaRPr lang="en-US" sz="1800" dirty="0"/>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extLst>
                  <a:ext uri="{0D108BD9-81ED-4DB2-BD59-A6C34878D82A}">
                    <a16:rowId xmlns:a16="http://schemas.microsoft.com/office/drawing/2014/main" val="3093823223"/>
                  </a:ext>
                </a:extLst>
              </a:tr>
            </a:tbl>
          </a:graphicData>
        </a:graphic>
      </p:graphicFrame>
    </p:spTree>
    <p:extLst>
      <p:ext uri="{BB962C8B-B14F-4D97-AF65-F5344CB8AC3E}">
        <p14:creationId xmlns:p14="http://schemas.microsoft.com/office/powerpoint/2010/main" val="1014413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7D4D945E-50B7-7270-C131-08D1227DAFB8}"/>
              </a:ext>
            </a:extLst>
          </p:cNvPr>
          <p:cNvSpPr>
            <a:spLocks noGrp="1"/>
          </p:cNvSpPr>
          <p:nvPr>
            <p:ph type="title"/>
          </p:nvPr>
        </p:nvSpPr>
        <p:spPr/>
        <p:txBody>
          <a:bodyPr anchor="t"/>
          <a:lstStyle/>
          <a:p>
            <a:r>
              <a:rPr lang="sr-Latn-RS" dirty="0">
                <a:solidFill>
                  <a:srgbClr val="F9E0B9"/>
                </a:solidFill>
              </a:rPr>
              <a:t>Sektorizacija</a:t>
            </a:r>
            <a:r>
              <a:rPr lang="sr-Latn-RS" dirty="0"/>
              <a:t> </a:t>
            </a:r>
            <a:r>
              <a:rPr lang="sr-Latn-RS" dirty="0">
                <a:solidFill>
                  <a:srgbClr val="F9E0B9"/>
                </a:solidFill>
              </a:rPr>
              <a:t>prostora</a:t>
            </a:r>
            <a:endParaRPr lang="en-US" dirty="0">
              <a:solidFill>
                <a:srgbClr val="F9E0B9"/>
              </a:solidFill>
            </a:endParaRPr>
          </a:p>
        </p:txBody>
      </p:sp>
      <p:pic>
        <p:nvPicPr>
          <p:cNvPr id="32" name="Picture 31">
            <a:extLst>
              <a:ext uri="{FF2B5EF4-FFF2-40B4-BE49-F238E27FC236}">
                <a16:creationId xmlns:a16="http://schemas.microsoft.com/office/drawing/2014/main" id="{1C5DB083-24F5-447D-F7CA-D221767F2A93}"/>
              </a:ext>
            </a:extLst>
          </p:cNvPr>
          <p:cNvPicPr>
            <a:picLocks noChangeAspect="1"/>
          </p:cNvPicPr>
          <p:nvPr/>
        </p:nvPicPr>
        <p:blipFill>
          <a:blip r:embed="rId2"/>
          <a:srcRect l="2761" t="1" r="4135" b="2546"/>
          <a:stretch>
            <a:fillRect/>
          </a:stretch>
        </p:blipFill>
        <p:spPr>
          <a:xfrm>
            <a:off x="5566299" y="1290314"/>
            <a:ext cx="6223246" cy="4277371"/>
          </a:xfrm>
          <a:prstGeom prst="rect">
            <a:avLst/>
          </a:prstGeom>
        </p:spPr>
      </p:pic>
      <p:sp>
        <p:nvSpPr>
          <p:cNvPr id="37" name="TextBox 36">
            <a:extLst>
              <a:ext uri="{FF2B5EF4-FFF2-40B4-BE49-F238E27FC236}">
                <a16:creationId xmlns:a16="http://schemas.microsoft.com/office/drawing/2014/main" id="{39BA2DCD-BCAB-7CC5-D1AA-73D235A9D80F}"/>
              </a:ext>
            </a:extLst>
          </p:cNvPr>
          <p:cNvSpPr txBox="1"/>
          <p:nvPr/>
        </p:nvSpPr>
        <p:spPr>
          <a:xfrm>
            <a:off x="488373" y="1802167"/>
            <a:ext cx="4696186" cy="1938992"/>
          </a:xfrm>
          <a:prstGeom prst="rect">
            <a:avLst/>
          </a:prstGeom>
          <a:noFill/>
        </p:spPr>
        <p:txBody>
          <a:bodyPr wrap="square" rtlCol="0">
            <a:spAutoFit/>
          </a:bodyPr>
          <a:lstStyle/>
          <a:p>
            <a:pPr marL="285750" indent="-285750">
              <a:spcAft>
                <a:spcPts val="1200"/>
              </a:spcAft>
              <a:buFont typeface="Wingdings 2" panose="05020102010507070707" pitchFamily="18" charset="2"/>
              <a:buChar char="±"/>
            </a:pPr>
            <a:r>
              <a:rPr lang="sr-Latn-RS" sz="2000" dirty="0"/>
              <a:t>Podela isključivo geometrijski, pravim linijama</a:t>
            </a:r>
          </a:p>
          <a:p>
            <a:pPr marL="285750" indent="-285750">
              <a:spcAft>
                <a:spcPts val="1200"/>
              </a:spcAft>
              <a:buFont typeface="Wingdings 2" panose="05020102010507070707" pitchFamily="18" charset="2"/>
              <a:buChar char="±"/>
            </a:pPr>
            <a:r>
              <a:rPr lang="sr-Latn-RS" sz="2000" dirty="0"/>
              <a:t>Zahteva klasifikaciju elementa u sektor</a:t>
            </a:r>
          </a:p>
          <a:p>
            <a:pPr marL="285750" indent="-285750">
              <a:buFont typeface="Wingdings 2" panose="05020102010507070707" pitchFamily="18" charset="2"/>
              <a:buChar char="±"/>
            </a:pPr>
            <a:r>
              <a:rPr lang="sr-Latn-RS" sz="2000" dirty="0"/>
              <a:t>Labela kao dodatna kolona</a:t>
            </a:r>
            <a:endParaRPr lang="en-US" sz="2000" dirty="0"/>
          </a:p>
        </p:txBody>
      </p:sp>
      <p:pic>
        <p:nvPicPr>
          <p:cNvPr id="56" name="Picture 55">
            <a:extLst>
              <a:ext uri="{FF2B5EF4-FFF2-40B4-BE49-F238E27FC236}">
                <a16:creationId xmlns:a16="http://schemas.microsoft.com/office/drawing/2014/main" id="{B206CDA4-4B71-F21D-3EE3-9ABF655A4952}"/>
              </a:ext>
            </a:extLst>
          </p:cNvPr>
          <p:cNvPicPr>
            <a:picLocks noChangeAspect="1"/>
          </p:cNvPicPr>
          <p:nvPr/>
        </p:nvPicPr>
        <p:blipFill>
          <a:blip r:embed="rId3"/>
          <a:srcRect l="1726" t="29717" r="16375" b="51875"/>
          <a:stretch>
            <a:fillRect/>
          </a:stretch>
        </p:blipFill>
        <p:spPr>
          <a:xfrm>
            <a:off x="138690" y="5655223"/>
            <a:ext cx="8423420" cy="1109692"/>
          </a:xfrm>
          <a:prstGeom prst="rect">
            <a:avLst/>
          </a:prstGeom>
        </p:spPr>
      </p:pic>
      <p:sp>
        <p:nvSpPr>
          <p:cNvPr id="40" name="Rectangle 39">
            <a:extLst>
              <a:ext uri="{FF2B5EF4-FFF2-40B4-BE49-F238E27FC236}">
                <a16:creationId xmlns:a16="http://schemas.microsoft.com/office/drawing/2014/main" id="{B5546305-DA1E-AB8F-3122-DB7869376ADD}"/>
              </a:ext>
            </a:extLst>
          </p:cNvPr>
          <p:cNvSpPr/>
          <p:nvPr/>
        </p:nvSpPr>
        <p:spPr>
          <a:xfrm>
            <a:off x="138689" y="5778874"/>
            <a:ext cx="8423420" cy="47841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Connector: Elbow 41">
            <a:extLst>
              <a:ext uri="{FF2B5EF4-FFF2-40B4-BE49-F238E27FC236}">
                <a16:creationId xmlns:a16="http://schemas.microsoft.com/office/drawing/2014/main" id="{90BE6919-61B1-BEA6-698A-852BF74D7E9D}"/>
              </a:ext>
            </a:extLst>
          </p:cNvPr>
          <p:cNvCxnSpPr>
            <a:cxnSpLocks/>
            <a:stCxn id="40" idx="3"/>
            <a:endCxn id="57" idx="2"/>
          </p:cNvCxnSpPr>
          <p:nvPr/>
        </p:nvCxnSpPr>
        <p:spPr>
          <a:xfrm flipV="1">
            <a:off x="8562109" y="2830866"/>
            <a:ext cx="247956" cy="3187217"/>
          </a:xfrm>
          <a:prstGeom prst="bentConnector2">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3C678CEF-4D71-F6C9-F1C4-048EC3F3563D}"/>
              </a:ext>
            </a:extLst>
          </p:cNvPr>
          <p:cNvSpPr/>
          <p:nvPr/>
        </p:nvSpPr>
        <p:spPr>
          <a:xfrm>
            <a:off x="138689" y="6286498"/>
            <a:ext cx="8423420" cy="478417"/>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53" name="Connector: Elbow 52">
            <a:extLst>
              <a:ext uri="{FF2B5EF4-FFF2-40B4-BE49-F238E27FC236}">
                <a16:creationId xmlns:a16="http://schemas.microsoft.com/office/drawing/2014/main" id="{F212BD16-C6F3-D7AE-B2CC-D5C1F37ACF1F}"/>
              </a:ext>
            </a:extLst>
          </p:cNvPr>
          <p:cNvCxnSpPr>
            <a:cxnSpLocks/>
            <a:stCxn id="47" idx="3"/>
            <a:endCxn id="59" idx="2"/>
          </p:cNvCxnSpPr>
          <p:nvPr/>
        </p:nvCxnSpPr>
        <p:spPr>
          <a:xfrm flipV="1">
            <a:off x="8562109" y="2831010"/>
            <a:ext cx="1220627" cy="3694697"/>
          </a:xfrm>
          <a:prstGeom prst="bentConnector2">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154ACA71-D5B8-173F-2E65-1E3460179613}"/>
              </a:ext>
            </a:extLst>
          </p:cNvPr>
          <p:cNvSpPr/>
          <p:nvPr/>
        </p:nvSpPr>
        <p:spPr>
          <a:xfrm>
            <a:off x="8323729" y="1629407"/>
            <a:ext cx="972671" cy="120145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694F2A2F-53F6-1357-56E9-7E97E0DE584B}"/>
              </a:ext>
            </a:extLst>
          </p:cNvPr>
          <p:cNvSpPr/>
          <p:nvPr/>
        </p:nvSpPr>
        <p:spPr>
          <a:xfrm>
            <a:off x="9296400" y="1629551"/>
            <a:ext cx="972671" cy="1201459"/>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81038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7E91D-739E-EC4B-6478-7A7049BFB16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9DFE9DB-A05E-513A-C5E6-B99535824EF0}"/>
              </a:ext>
            </a:extLst>
          </p:cNvPr>
          <p:cNvSpPr/>
          <p:nvPr/>
        </p:nvSpPr>
        <p:spPr>
          <a:xfrm>
            <a:off x="0" y="0"/>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4D44AD-7539-40A6-D243-7E732FCD5F36}"/>
              </a:ext>
            </a:extLst>
          </p:cNvPr>
          <p:cNvSpPr>
            <a:spLocks noGrp="1"/>
          </p:cNvSpPr>
          <p:nvPr>
            <p:ph type="title"/>
          </p:nvPr>
        </p:nvSpPr>
        <p:spPr>
          <a:xfrm>
            <a:off x="8036952" y="300183"/>
            <a:ext cx="3829465" cy="1960459"/>
          </a:xfrm>
        </p:spPr>
        <p:txBody>
          <a:bodyPr/>
          <a:lstStyle/>
          <a:p>
            <a:r>
              <a:rPr lang="sr-Latn-RS" dirty="0">
                <a:solidFill>
                  <a:srgbClr val="00635D"/>
                </a:solidFill>
              </a:rPr>
              <a:t>Sistem sa sektorizacijom prostora</a:t>
            </a:r>
            <a:endParaRPr lang="en-US" dirty="0">
              <a:solidFill>
                <a:srgbClr val="00635D"/>
              </a:solidFill>
            </a:endParaRPr>
          </a:p>
        </p:txBody>
      </p:sp>
      <p:pic>
        <p:nvPicPr>
          <p:cNvPr id="19" name="Picture Placeholder 18">
            <a:extLst>
              <a:ext uri="{FF2B5EF4-FFF2-40B4-BE49-F238E27FC236}">
                <a16:creationId xmlns:a16="http://schemas.microsoft.com/office/drawing/2014/main" id="{B6AA62C5-2D86-7E0F-96DF-C3EBD1A204AD}"/>
              </a:ext>
              <a:ext uri="{C183D7F6-B498-43B3-948B-1728B52AA6E4}">
                <adec:decorative xmlns:adec="http://schemas.microsoft.com/office/drawing/2017/decorative" val="1"/>
              </a:ext>
            </a:extLst>
          </p:cNvPr>
          <p:cNvPicPr>
            <a:picLocks noGrp="1" noChangeAspect="1"/>
          </p:cNvPicPr>
          <p:nvPr>
            <p:ph type="tbl" sz="quarter" idx="11"/>
          </p:nvPr>
        </p:nvPicPr>
        <p:blipFill rotWithShape="1">
          <a:blip r:embed="rId3" cstate="screen">
            <a:duotone>
              <a:prstClr val="black"/>
              <a:schemeClr val="accent1">
                <a:tint val="45000"/>
                <a:satMod val="400000"/>
              </a:schemeClr>
            </a:duotone>
            <a:alphaModFix amt="50000"/>
            <a:extLst>
              <a:ext uri="{28A0092B-C50C-407E-A947-70E740481C1C}">
                <a14:useLocalDpi xmlns:a14="http://schemas.microsoft.com/office/drawing/2010/main"/>
              </a:ext>
            </a:extLst>
          </a:blip>
          <a:stretch/>
        </p:blipFill>
        <p:spPr>
          <a:xfrm>
            <a:off x="2025713" y="920496"/>
            <a:ext cx="3432048" cy="5017008"/>
          </a:xfrm>
        </p:spPr>
      </p:pic>
      <p:sp>
        <p:nvSpPr>
          <p:cNvPr id="3" name="Content Placeholder 2">
            <a:extLst>
              <a:ext uri="{FF2B5EF4-FFF2-40B4-BE49-F238E27FC236}">
                <a16:creationId xmlns:a16="http://schemas.microsoft.com/office/drawing/2014/main" id="{A1F5A322-3EEB-F19E-9071-EB4B8F0C4591}"/>
              </a:ext>
            </a:extLst>
          </p:cNvPr>
          <p:cNvSpPr>
            <a:spLocks noGrp="1"/>
          </p:cNvSpPr>
          <p:nvPr>
            <p:ph sz="quarter" idx="10"/>
          </p:nvPr>
        </p:nvSpPr>
        <p:spPr>
          <a:xfrm>
            <a:off x="8036951" y="2738160"/>
            <a:ext cx="3829465" cy="3487149"/>
          </a:xfrm>
        </p:spPr>
        <p:txBody>
          <a:bodyPr>
            <a:normAutofit lnSpcReduction="10000"/>
          </a:bodyPr>
          <a:lstStyle/>
          <a:p>
            <a:pPr marL="0" lvl="0" indent="0">
              <a:spcAft>
                <a:spcPts val="1200"/>
              </a:spcAft>
              <a:buNone/>
            </a:pPr>
            <a:r>
              <a:rPr lang="sr-Latn-RS" sz="1900" dirty="0">
                <a:solidFill>
                  <a:srgbClr val="00635D"/>
                </a:solidFill>
              </a:rPr>
              <a:t>Jedan model kao klasifikator</a:t>
            </a:r>
          </a:p>
          <a:p>
            <a:pPr marL="0" lvl="0" indent="0">
              <a:spcAft>
                <a:spcPts val="1200"/>
              </a:spcAft>
              <a:buNone/>
            </a:pPr>
            <a:r>
              <a:rPr lang="sr-Latn-RS" sz="1900" dirty="0">
                <a:solidFill>
                  <a:srgbClr val="00635D"/>
                </a:solidFill>
              </a:rPr>
              <a:t>Svaki sektor po jedan MultiOutputRegressor model</a:t>
            </a:r>
          </a:p>
          <a:p>
            <a:pPr marL="0" lvl="0" indent="0">
              <a:spcAft>
                <a:spcPts val="1200"/>
              </a:spcAft>
              <a:buNone/>
            </a:pPr>
            <a:r>
              <a:rPr lang="sr-Latn-RS" sz="1900" noProof="0" dirty="0">
                <a:solidFill>
                  <a:srgbClr val="00635D"/>
                </a:solidFill>
              </a:rPr>
              <a:t>Poboljšanje u odnosu na osnovni sistem</a:t>
            </a:r>
          </a:p>
          <a:p>
            <a:pPr marL="0" lvl="0" indent="0">
              <a:spcAft>
                <a:spcPts val="1200"/>
              </a:spcAft>
              <a:buNone/>
            </a:pPr>
            <a:r>
              <a:rPr lang="en-US" sz="1900" noProof="0" dirty="0">
                <a:solidFill>
                  <a:srgbClr val="00635D"/>
                </a:solidFill>
              </a:rPr>
              <a:t>P</a:t>
            </a:r>
            <a:r>
              <a:rPr lang="sr-Latn-RS" sz="1900" noProof="0" dirty="0">
                <a:solidFill>
                  <a:srgbClr val="00635D"/>
                </a:solidFill>
              </a:rPr>
              <a:t>erformansi za podelu na 8 sektora</a:t>
            </a:r>
            <a:endParaRPr lang="en-US" sz="1900" noProof="0" dirty="0">
              <a:solidFill>
                <a:srgbClr val="00635D"/>
              </a:solidFill>
            </a:endParaRPr>
          </a:p>
        </p:txBody>
      </p:sp>
      <p:sp>
        <p:nvSpPr>
          <p:cNvPr id="9" name="Rectangle 8">
            <a:extLst>
              <a:ext uri="{FF2B5EF4-FFF2-40B4-BE49-F238E27FC236}">
                <a16:creationId xmlns:a16="http://schemas.microsoft.com/office/drawing/2014/main" id="{33269D97-B83E-9B0A-E191-A2DB0B5746B0}"/>
              </a:ext>
            </a:extLst>
          </p:cNvPr>
          <p:cNvSpPr/>
          <p:nvPr/>
        </p:nvSpPr>
        <p:spPr>
          <a:xfrm>
            <a:off x="886689" y="920495"/>
            <a:ext cx="5698837" cy="5142437"/>
          </a:xfrm>
          <a:prstGeom prst="rect">
            <a:avLst/>
          </a:prstGeom>
          <a:solidFill>
            <a:srgbClr val="104D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Placeholder 2">
            <a:extLst>
              <a:ext uri="{FF2B5EF4-FFF2-40B4-BE49-F238E27FC236}">
                <a16:creationId xmlns:a16="http://schemas.microsoft.com/office/drawing/2014/main" id="{0244DD8C-290B-39D3-3E13-376FE4887E1E}"/>
              </a:ext>
            </a:extLst>
          </p:cNvPr>
          <p:cNvGraphicFramePr>
            <a:graphicFrameLocks/>
          </p:cNvGraphicFramePr>
          <p:nvPr>
            <p:extLst>
              <p:ext uri="{D42A27DB-BD31-4B8C-83A1-F6EECF244321}">
                <p14:modId xmlns:p14="http://schemas.microsoft.com/office/powerpoint/2010/main" val="2564171747"/>
              </p:ext>
            </p:extLst>
          </p:nvPr>
        </p:nvGraphicFramePr>
        <p:xfrm>
          <a:off x="886689" y="2859012"/>
          <a:ext cx="5698833" cy="3810734"/>
        </p:xfrm>
        <a:graphic>
          <a:graphicData uri="http://schemas.openxmlformats.org/drawingml/2006/table">
            <a:tbl>
              <a:tblPr firstRow="1" bandRow="1">
                <a:tableStyleId>{1E171933-4619-4E11-9A3F-F7608DF75F80}</a:tableStyleId>
              </a:tblPr>
              <a:tblGrid>
                <a:gridCol w="2993827">
                  <a:extLst>
                    <a:ext uri="{9D8B030D-6E8A-4147-A177-3AD203B41FA5}">
                      <a16:colId xmlns:a16="http://schemas.microsoft.com/office/drawing/2014/main" val="30750867"/>
                    </a:ext>
                  </a:extLst>
                </a:gridCol>
                <a:gridCol w="1352503">
                  <a:extLst>
                    <a:ext uri="{9D8B030D-6E8A-4147-A177-3AD203B41FA5}">
                      <a16:colId xmlns:a16="http://schemas.microsoft.com/office/drawing/2014/main" val="3469610457"/>
                    </a:ext>
                  </a:extLst>
                </a:gridCol>
                <a:gridCol w="1352503">
                  <a:extLst>
                    <a:ext uri="{9D8B030D-6E8A-4147-A177-3AD203B41FA5}">
                      <a16:colId xmlns:a16="http://schemas.microsoft.com/office/drawing/2014/main" val="2250797936"/>
                    </a:ext>
                  </a:extLst>
                </a:gridCol>
              </a:tblGrid>
              <a:tr h="467173">
                <a:tc>
                  <a:txBody>
                    <a:bodyPr/>
                    <a:lstStyle/>
                    <a:p>
                      <a:pPr algn="ctr"/>
                      <a:r>
                        <a:rPr lang="sr-Latn-RS" sz="1800" dirty="0">
                          <a:solidFill>
                            <a:srgbClr val="F9E0B9"/>
                          </a:solidFill>
                        </a:rPr>
                        <a:t>Tačnost klasifikatora </a:t>
                      </a:r>
                      <a:r>
                        <a:rPr lang="en-US" sz="1800" dirty="0">
                          <a:solidFill>
                            <a:srgbClr val="F9E0B9"/>
                          </a:solidFill>
                        </a:rPr>
                        <a:t>[%]</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marL="0" algn="ctr" rtl="0" eaLnBrk="1" fontAlgn="ctr" latinLnBrk="0" hangingPunct="1">
                        <a:buNone/>
                      </a:pPr>
                      <a:r>
                        <a:rPr lang="en-US" sz="1800" b="0" i="0" u="none" strike="noStrike" kern="1200">
                          <a:solidFill>
                            <a:srgbClr val="000000"/>
                          </a:solidFill>
                          <a:effectLst/>
                          <a:latin typeface="Century Gothic" panose="020B0502020202020204" pitchFamily="34" charset="0"/>
                        </a:rPr>
                        <a:t>/</a:t>
                      </a:r>
                      <a:endParaRPr lang="en-U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FFFFFF"/>
                    </a:solidFill>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88.27</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FFFFFF"/>
                    </a:solidFill>
                  </a:tcPr>
                </a:tc>
                <a:extLst>
                  <a:ext uri="{0D108BD9-81ED-4DB2-BD59-A6C34878D82A}">
                    <a16:rowId xmlns:a16="http://schemas.microsoft.com/office/drawing/2014/main" val="1011263635"/>
                  </a:ext>
                </a:extLst>
              </a:tr>
              <a:tr h="467173">
                <a:tc>
                  <a:txBody>
                    <a:bodyPr/>
                    <a:lstStyle/>
                    <a:p>
                      <a:pPr algn="ctr"/>
                      <a:r>
                        <a:rPr lang="sr-Latn-RS" sz="1800" b="1" dirty="0">
                          <a:solidFill>
                            <a:srgbClr val="F9E0B9"/>
                          </a:solidFill>
                        </a:rPr>
                        <a:t>Srednja greška </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8.82</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FCF2E9"/>
                    </a:solidFill>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8.62</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FCF2E9"/>
                    </a:solidFill>
                  </a:tcPr>
                </a:tc>
                <a:extLst>
                  <a:ext uri="{0D108BD9-81ED-4DB2-BD59-A6C34878D82A}">
                    <a16:rowId xmlns:a16="http://schemas.microsoft.com/office/drawing/2014/main" val="4251432886"/>
                  </a:ext>
                </a:extLst>
              </a:tr>
              <a:tr h="492413">
                <a:tc>
                  <a:txBody>
                    <a:bodyPr/>
                    <a:lstStyle/>
                    <a:p>
                      <a:pPr algn="ctr"/>
                      <a:r>
                        <a:rPr lang="sr-Latn-RS" sz="1800" b="1" dirty="0">
                          <a:solidFill>
                            <a:srgbClr val="F9E0B9"/>
                          </a:solidFill>
                        </a:rPr>
                        <a:t>Medijana greške </a:t>
                      </a:r>
                      <a:r>
                        <a:rPr lang="sr-Cyrl-RS" sz="1800" b="1" dirty="0">
                          <a:solidFill>
                            <a:srgbClr val="F9E0B9"/>
                          </a:solidFill>
                        </a:rPr>
                        <a:t>[</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7.00</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6.37</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extLst>
                  <a:ext uri="{0D108BD9-81ED-4DB2-BD59-A6C34878D82A}">
                    <a16:rowId xmlns:a16="http://schemas.microsoft.com/office/drawing/2014/main" val="360240625"/>
                  </a:ext>
                </a:extLst>
              </a:tr>
              <a:tr h="429374">
                <a:tc>
                  <a:txBody>
                    <a:bodyPr/>
                    <a:lstStyle/>
                    <a:p>
                      <a:pPr algn="ctr"/>
                      <a:r>
                        <a:rPr lang="en-US" sz="1800" b="1" dirty="0" err="1">
                          <a:solidFill>
                            <a:srgbClr val="F9E0B9"/>
                          </a:solidFill>
                        </a:rPr>
                        <a:t>Percentil</a:t>
                      </a:r>
                      <a:r>
                        <a:rPr lang="en-US" sz="1800" b="1" dirty="0">
                          <a:solidFill>
                            <a:srgbClr val="F9E0B9"/>
                          </a:solidFill>
                        </a:rPr>
                        <a:t> 67</a:t>
                      </a:r>
                      <a:r>
                        <a:rPr lang="sr-Latn-RS" sz="1800" b="1" dirty="0">
                          <a:solidFill>
                            <a:srgbClr val="F9E0B9"/>
                          </a:solidFill>
                        </a:rPr>
                        <a:t> </a:t>
                      </a:r>
                      <a:r>
                        <a:rPr lang="sr-Cyrl-RS" sz="1800" b="1" dirty="0">
                          <a:solidFill>
                            <a:srgbClr val="F9E0B9"/>
                          </a:solidFill>
                        </a:rPr>
                        <a:t>[</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9.86</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8.68</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extLst>
                  <a:ext uri="{0D108BD9-81ED-4DB2-BD59-A6C34878D82A}">
                    <a16:rowId xmlns:a16="http://schemas.microsoft.com/office/drawing/2014/main" val="2762393470"/>
                  </a:ext>
                </a:extLst>
              </a:tr>
              <a:tr h="489131">
                <a:tc>
                  <a:txBody>
                    <a:bodyPr/>
                    <a:lstStyle/>
                    <a:p>
                      <a:pPr algn="ctr"/>
                      <a:r>
                        <a:rPr lang="en-US" sz="1800" b="1" dirty="0" err="1">
                          <a:solidFill>
                            <a:srgbClr val="F9E0B9"/>
                          </a:solidFill>
                        </a:rPr>
                        <a:t>Percentil</a:t>
                      </a:r>
                      <a:r>
                        <a:rPr lang="en-US" sz="1800" b="1" dirty="0">
                          <a:solidFill>
                            <a:srgbClr val="F9E0B9"/>
                          </a:solidFill>
                        </a:rPr>
                        <a:t> 95</a:t>
                      </a:r>
                      <a:r>
                        <a:rPr lang="sr-Latn-RS" sz="1800" b="1" dirty="0">
                          <a:solidFill>
                            <a:srgbClr val="F9E0B9"/>
                          </a:solidFill>
                        </a:rPr>
                        <a:t> </a:t>
                      </a:r>
                      <a:r>
                        <a:rPr lang="sr-Cyrl-RS" sz="1800" b="1" dirty="0">
                          <a:solidFill>
                            <a:srgbClr val="F9E0B9"/>
                          </a:solidFill>
                        </a:rPr>
                        <a:t>[</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19.43</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19.85</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extLst>
                  <a:ext uri="{0D108BD9-81ED-4DB2-BD59-A6C34878D82A}">
                    <a16:rowId xmlns:a16="http://schemas.microsoft.com/office/drawing/2014/main" val="1311364400"/>
                  </a:ext>
                </a:extLst>
              </a:tr>
              <a:tr h="472060">
                <a:tc>
                  <a:txBody>
                    <a:bodyPr/>
                    <a:lstStyle/>
                    <a:p>
                      <a:pPr algn="ctr"/>
                      <a:r>
                        <a:rPr lang="sr-Latn-RS" sz="1800" b="1" dirty="0">
                          <a:solidFill>
                            <a:srgbClr val="F9E0B9"/>
                          </a:solidFill>
                        </a:rPr>
                        <a:t>Stand. Devijacija </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marL="0" algn="ctr" rtl="0" eaLnBrk="1" fontAlgn="ctr" latinLnBrk="0" hangingPunct="1">
                        <a:buNone/>
                      </a:pPr>
                      <a:r>
                        <a:rPr lang="en-US" sz="1800" b="0" i="0" u="none" strike="noStrike" kern="1200">
                          <a:solidFill>
                            <a:srgbClr val="000000"/>
                          </a:solidFill>
                          <a:effectLst/>
                          <a:latin typeface="Century Gothic" panose="020B0502020202020204" pitchFamily="34" charset="0"/>
                        </a:rPr>
                        <a:t>6.48</a:t>
                      </a:r>
                      <a:endParaRPr lang="en-U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9.34</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extLst>
                  <a:ext uri="{0D108BD9-81ED-4DB2-BD59-A6C34878D82A}">
                    <a16:rowId xmlns:a16="http://schemas.microsoft.com/office/drawing/2014/main" val="553361155"/>
                  </a:ext>
                </a:extLst>
              </a:tr>
              <a:tr h="448013">
                <a:tc>
                  <a:txBody>
                    <a:bodyPr/>
                    <a:lstStyle/>
                    <a:p>
                      <a:pPr algn="ctr"/>
                      <a:r>
                        <a:rPr lang="en-US" sz="1800" b="1" dirty="0" err="1">
                          <a:solidFill>
                            <a:srgbClr val="F9E0B9"/>
                          </a:solidFill>
                        </a:rPr>
                        <a:t>Najmanja</a:t>
                      </a:r>
                      <a:r>
                        <a:rPr lang="en-US" sz="1800" b="1" dirty="0">
                          <a:solidFill>
                            <a:srgbClr val="F9E0B9"/>
                          </a:solidFill>
                        </a:rPr>
                        <a:t> </a:t>
                      </a:r>
                      <a:r>
                        <a:rPr lang="en-US" sz="1800" b="1" dirty="0" err="1">
                          <a:solidFill>
                            <a:srgbClr val="F9E0B9"/>
                          </a:solidFill>
                        </a:rPr>
                        <a:t>gre</a:t>
                      </a:r>
                      <a:r>
                        <a:rPr lang="sr-Latn-RS" sz="1800" b="1" dirty="0">
                          <a:solidFill>
                            <a:srgbClr val="F9E0B9"/>
                          </a:solidFill>
                        </a:rPr>
                        <a:t>ška </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1.49</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0.38</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extLst>
                  <a:ext uri="{0D108BD9-81ED-4DB2-BD59-A6C34878D82A}">
                    <a16:rowId xmlns:a16="http://schemas.microsoft.com/office/drawing/2014/main" val="2526263980"/>
                  </a:ext>
                </a:extLst>
              </a:tr>
              <a:tr h="545397">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dirty="0" err="1">
                          <a:solidFill>
                            <a:srgbClr val="F9E0B9"/>
                          </a:solidFill>
                        </a:rPr>
                        <a:t>Najv</a:t>
                      </a:r>
                      <a:r>
                        <a:rPr lang="sr-Latn-RS" sz="1800" b="1" dirty="0">
                          <a:solidFill>
                            <a:srgbClr val="F9E0B9"/>
                          </a:solidFill>
                        </a:rPr>
                        <a:t>eća </a:t>
                      </a:r>
                      <a:r>
                        <a:rPr lang="en-US" sz="1800" b="1" dirty="0" err="1">
                          <a:solidFill>
                            <a:srgbClr val="F9E0B9"/>
                          </a:solidFill>
                        </a:rPr>
                        <a:t>gre</a:t>
                      </a:r>
                      <a:r>
                        <a:rPr lang="sr-Latn-RS" sz="1800" b="1" dirty="0">
                          <a:solidFill>
                            <a:srgbClr val="F9E0B9"/>
                          </a:solidFill>
                        </a:rPr>
                        <a:t>ška </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marL="0" algn="ctr" rtl="0" eaLnBrk="1" fontAlgn="ctr" latinLnBrk="0" hangingPunct="1">
                        <a:buNone/>
                      </a:pPr>
                      <a:r>
                        <a:rPr lang="sr-Latn-RS" sz="1800" b="0" i="0" u="none" strike="noStrike" kern="1200" dirty="0">
                          <a:solidFill>
                            <a:srgbClr val="000000"/>
                          </a:solidFill>
                          <a:effectLst/>
                          <a:latin typeface="Century Gothic" panose="020B0502020202020204" pitchFamily="34" charset="0"/>
                        </a:rPr>
                        <a:t>38.56</a:t>
                      </a:r>
                      <a:endParaRPr lang="sr-Latn-RS" sz="1800" b="0" i="0" u="none" strike="noStrike" dirty="0">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tc>
                  <a:txBody>
                    <a:bodyPr/>
                    <a:lstStyle/>
                    <a:p>
                      <a:pPr marL="0" algn="ctr" rtl="0" eaLnBrk="1" fontAlgn="ctr" latinLnBrk="0" hangingPunct="1">
                        <a:buNone/>
                      </a:pPr>
                      <a:r>
                        <a:rPr lang="sr-Latn-RS" sz="1800" b="0" i="0" u="none" strike="noStrike" kern="1200" dirty="0">
                          <a:solidFill>
                            <a:srgbClr val="000000"/>
                          </a:solidFill>
                          <a:effectLst/>
                          <a:latin typeface="Century Gothic" panose="020B0502020202020204" pitchFamily="34" charset="0"/>
                        </a:rPr>
                        <a:t>77.35</a:t>
                      </a:r>
                      <a:endParaRPr lang="sr-Latn-RS" sz="1800" b="0" i="0" u="none" strike="noStrike" dirty="0">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extLst>
                  <a:ext uri="{0D108BD9-81ED-4DB2-BD59-A6C34878D82A}">
                    <a16:rowId xmlns:a16="http://schemas.microsoft.com/office/drawing/2014/main" val="3093823223"/>
                  </a:ext>
                </a:extLst>
              </a:tr>
            </a:tbl>
          </a:graphicData>
        </a:graphic>
      </p:graphicFrame>
      <p:pic>
        <p:nvPicPr>
          <p:cNvPr id="6" name="Picture 5">
            <a:extLst>
              <a:ext uri="{FF2B5EF4-FFF2-40B4-BE49-F238E27FC236}">
                <a16:creationId xmlns:a16="http://schemas.microsoft.com/office/drawing/2014/main" id="{7E1A4155-3C68-748D-17F7-C31CB65FC40F}"/>
              </a:ext>
            </a:extLst>
          </p:cNvPr>
          <p:cNvPicPr>
            <a:picLocks noChangeAspect="1"/>
          </p:cNvPicPr>
          <p:nvPr/>
        </p:nvPicPr>
        <p:blipFill>
          <a:blip r:embed="rId4"/>
          <a:stretch>
            <a:fillRect/>
          </a:stretch>
        </p:blipFill>
        <p:spPr>
          <a:xfrm>
            <a:off x="975054" y="562088"/>
            <a:ext cx="5522104" cy="2296924"/>
          </a:xfrm>
          <a:prstGeom prst="rect">
            <a:avLst/>
          </a:prstGeom>
        </p:spPr>
      </p:pic>
      <p:sp>
        <p:nvSpPr>
          <p:cNvPr id="4" name="Rectangle 3">
            <a:extLst>
              <a:ext uri="{FF2B5EF4-FFF2-40B4-BE49-F238E27FC236}">
                <a16:creationId xmlns:a16="http://schemas.microsoft.com/office/drawing/2014/main" id="{7D58D242-D9C3-4FDC-C0F9-A012234E095B}"/>
              </a:ext>
            </a:extLst>
          </p:cNvPr>
          <p:cNvSpPr/>
          <p:nvPr/>
        </p:nvSpPr>
        <p:spPr>
          <a:xfrm>
            <a:off x="3894526" y="2859012"/>
            <a:ext cx="1336687" cy="3810734"/>
          </a:xfrm>
          <a:prstGeom prst="rect">
            <a:avLst/>
          </a:prstGeom>
          <a:solidFill>
            <a:srgbClr val="60606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16310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15D77-46F8-B2B4-4CE4-9DB72DEE8CAB}"/>
              </a:ext>
            </a:extLst>
          </p:cNvPr>
          <p:cNvSpPr>
            <a:spLocks noGrp="1"/>
          </p:cNvSpPr>
          <p:nvPr>
            <p:ph type="title"/>
          </p:nvPr>
        </p:nvSpPr>
        <p:spPr>
          <a:xfrm>
            <a:off x="526473" y="284162"/>
            <a:ext cx="11139054" cy="1028699"/>
          </a:xfrm>
        </p:spPr>
        <p:txBody>
          <a:bodyPr/>
          <a:lstStyle/>
          <a:p>
            <a:r>
              <a:rPr lang="sr-Latn-RS" dirty="0">
                <a:solidFill>
                  <a:srgbClr val="F9E0B9"/>
                </a:solidFill>
              </a:rPr>
              <a:t>Većinsko odlučivanje</a:t>
            </a:r>
            <a:endParaRPr lang="en-US" dirty="0">
              <a:solidFill>
                <a:srgbClr val="F9E0B9"/>
              </a:solidFill>
            </a:endParaRPr>
          </a:p>
        </p:txBody>
      </p:sp>
      <p:sp>
        <p:nvSpPr>
          <p:cNvPr id="5" name="TextBox 4">
            <a:extLst>
              <a:ext uri="{FF2B5EF4-FFF2-40B4-BE49-F238E27FC236}">
                <a16:creationId xmlns:a16="http://schemas.microsoft.com/office/drawing/2014/main" id="{9C716992-F69C-5EA0-90E4-BDA00CF25D83}"/>
              </a:ext>
            </a:extLst>
          </p:cNvPr>
          <p:cNvSpPr txBox="1"/>
          <p:nvPr/>
        </p:nvSpPr>
        <p:spPr>
          <a:xfrm>
            <a:off x="610534" y="2119925"/>
            <a:ext cx="2041236" cy="646331"/>
          </a:xfrm>
          <a:prstGeom prst="rect">
            <a:avLst/>
          </a:prstGeom>
          <a:noFill/>
          <a:ln w="38100">
            <a:solidFill>
              <a:srgbClr val="F9E0B9"/>
            </a:solidFill>
          </a:ln>
        </p:spPr>
        <p:txBody>
          <a:bodyPr wrap="square" rtlCol="0" anchor="ctr">
            <a:spAutoFit/>
          </a:bodyPr>
          <a:lstStyle/>
          <a:p>
            <a:pPr algn="ctr"/>
            <a:r>
              <a:rPr lang="sr-Latn-RS" sz="3600" b="1" dirty="0">
                <a:solidFill>
                  <a:srgbClr val="F9E0B9"/>
                </a:solidFill>
              </a:rPr>
              <a:t>SVC</a:t>
            </a:r>
            <a:endParaRPr lang="en-US" sz="3600" b="1" dirty="0">
              <a:solidFill>
                <a:srgbClr val="F9E0B9"/>
              </a:solidFill>
            </a:endParaRPr>
          </a:p>
        </p:txBody>
      </p:sp>
      <p:sp>
        <p:nvSpPr>
          <p:cNvPr id="6" name="TextBox 5">
            <a:extLst>
              <a:ext uri="{FF2B5EF4-FFF2-40B4-BE49-F238E27FC236}">
                <a16:creationId xmlns:a16="http://schemas.microsoft.com/office/drawing/2014/main" id="{85DAE702-46EC-A763-A40D-05C7EE039377}"/>
              </a:ext>
            </a:extLst>
          </p:cNvPr>
          <p:cNvSpPr txBox="1"/>
          <p:nvPr/>
        </p:nvSpPr>
        <p:spPr>
          <a:xfrm>
            <a:off x="2804170" y="2119924"/>
            <a:ext cx="2041236" cy="646331"/>
          </a:xfrm>
          <a:prstGeom prst="rect">
            <a:avLst/>
          </a:prstGeom>
          <a:noFill/>
          <a:ln w="38100">
            <a:solidFill>
              <a:srgbClr val="F9E0B9"/>
            </a:solidFill>
          </a:ln>
        </p:spPr>
        <p:txBody>
          <a:bodyPr wrap="square" rtlCol="0" anchor="ctr">
            <a:spAutoFit/>
          </a:bodyPr>
          <a:lstStyle/>
          <a:p>
            <a:pPr algn="ctr"/>
            <a:r>
              <a:rPr lang="sr-Latn-RS" sz="3600" b="1" dirty="0">
                <a:solidFill>
                  <a:srgbClr val="F9E0B9"/>
                </a:solidFill>
              </a:rPr>
              <a:t>kNN</a:t>
            </a:r>
            <a:endParaRPr lang="en-US" sz="3600" b="1" dirty="0">
              <a:solidFill>
                <a:srgbClr val="F9E0B9"/>
              </a:solidFill>
            </a:endParaRPr>
          </a:p>
        </p:txBody>
      </p:sp>
      <p:sp>
        <p:nvSpPr>
          <p:cNvPr id="7" name="TextBox 6">
            <a:extLst>
              <a:ext uri="{FF2B5EF4-FFF2-40B4-BE49-F238E27FC236}">
                <a16:creationId xmlns:a16="http://schemas.microsoft.com/office/drawing/2014/main" id="{FC7FC796-B0D7-FB36-0A19-877AD57D0396}"/>
              </a:ext>
            </a:extLst>
          </p:cNvPr>
          <p:cNvSpPr txBox="1"/>
          <p:nvPr/>
        </p:nvSpPr>
        <p:spPr>
          <a:xfrm>
            <a:off x="4997806" y="2119923"/>
            <a:ext cx="2041236" cy="646331"/>
          </a:xfrm>
          <a:prstGeom prst="rect">
            <a:avLst/>
          </a:prstGeom>
          <a:noFill/>
          <a:ln w="38100">
            <a:solidFill>
              <a:srgbClr val="F9E0B9"/>
            </a:solidFill>
          </a:ln>
        </p:spPr>
        <p:txBody>
          <a:bodyPr wrap="square" rtlCol="0" anchor="ctr">
            <a:spAutoFit/>
          </a:bodyPr>
          <a:lstStyle/>
          <a:p>
            <a:pPr algn="ctr"/>
            <a:r>
              <a:rPr lang="sr-Latn-RS" sz="3600" b="1" dirty="0">
                <a:solidFill>
                  <a:srgbClr val="F9E0B9"/>
                </a:solidFill>
              </a:rPr>
              <a:t>MLP</a:t>
            </a:r>
            <a:endParaRPr lang="en-US" sz="3600" b="1" dirty="0">
              <a:solidFill>
                <a:srgbClr val="F9E0B9"/>
              </a:solidFill>
            </a:endParaRPr>
          </a:p>
        </p:txBody>
      </p:sp>
      <p:cxnSp>
        <p:nvCxnSpPr>
          <p:cNvPr id="11" name="Straight Arrow Connector 10">
            <a:extLst>
              <a:ext uri="{FF2B5EF4-FFF2-40B4-BE49-F238E27FC236}">
                <a16:creationId xmlns:a16="http://schemas.microsoft.com/office/drawing/2014/main" id="{A31E5C12-D307-94E4-0EF1-BC49F8AA6244}"/>
              </a:ext>
            </a:extLst>
          </p:cNvPr>
          <p:cNvCxnSpPr>
            <a:cxnSpLocks/>
            <a:stCxn id="5" idx="2"/>
          </p:cNvCxnSpPr>
          <p:nvPr/>
        </p:nvCxnSpPr>
        <p:spPr>
          <a:xfrm flipH="1">
            <a:off x="1626534" y="2766256"/>
            <a:ext cx="4618" cy="711307"/>
          </a:xfrm>
          <a:prstGeom prst="straightConnector1">
            <a:avLst/>
          </a:prstGeom>
          <a:ln w="38100">
            <a:solidFill>
              <a:srgbClr val="F9E0B9"/>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66CF351-1294-2040-F1EA-48324274907D}"/>
              </a:ext>
            </a:extLst>
          </p:cNvPr>
          <p:cNvCxnSpPr>
            <a:cxnSpLocks/>
          </p:cNvCxnSpPr>
          <p:nvPr/>
        </p:nvCxnSpPr>
        <p:spPr>
          <a:xfrm flipH="1">
            <a:off x="3822479" y="2766256"/>
            <a:ext cx="4618" cy="711307"/>
          </a:xfrm>
          <a:prstGeom prst="straightConnector1">
            <a:avLst/>
          </a:prstGeom>
          <a:ln w="38100">
            <a:solidFill>
              <a:srgbClr val="F9E0B9"/>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A9E710C-1BD2-ABF1-855C-F9C4E9B206C5}"/>
              </a:ext>
            </a:extLst>
          </p:cNvPr>
          <p:cNvCxnSpPr>
            <a:cxnSpLocks/>
          </p:cNvCxnSpPr>
          <p:nvPr/>
        </p:nvCxnSpPr>
        <p:spPr>
          <a:xfrm flipH="1">
            <a:off x="6016115" y="2766256"/>
            <a:ext cx="4618" cy="711307"/>
          </a:xfrm>
          <a:prstGeom prst="straightConnector1">
            <a:avLst/>
          </a:prstGeom>
          <a:ln w="38100">
            <a:solidFill>
              <a:srgbClr val="F9E0B9"/>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4219570-7F09-7DB7-54D1-09118B1FF9A8}"/>
              </a:ext>
            </a:extLst>
          </p:cNvPr>
          <p:cNvSpPr txBox="1"/>
          <p:nvPr/>
        </p:nvSpPr>
        <p:spPr>
          <a:xfrm>
            <a:off x="1405159" y="3477563"/>
            <a:ext cx="442750" cy="646331"/>
          </a:xfrm>
          <a:prstGeom prst="rect">
            <a:avLst/>
          </a:prstGeom>
          <a:noFill/>
        </p:spPr>
        <p:txBody>
          <a:bodyPr wrap="none" rtlCol="0">
            <a:spAutoFit/>
          </a:bodyPr>
          <a:lstStyle/>
          <a:p>
            <a:r>
              <a:rPr lang="sr-Latn-RS" sz="3600" b="1" dirty="0">
                <a:solidFill>
                  <a:srgbClr val="B6F64C"/>
                </a:solidFill>
              </a:rPr>
              <a:t>5</a:t>
            </a:r>
            <a:endParaRPr lang="en-US" sz="3600" b="1" dirty="0">
              <a:solidFill>
                <a:srgbClr val="B6F64C"/>
              </a:solidFill>
            </a:endParaRPr>
          </a:p>
        </p:txBody>
      </p:sp>
      <p:sp>
        <p:nvSpPr>
          <p:cNvPr id="16" name="TextBox 15">
            <a:extLst>
              <a:ext uri="{FF2B5EF4-FFF2-40B4-BE49-F238E27FC236}">
                <a16:creationId xmlns:a16="http://schemas.microsoft.com/office/drawing/2014/main" id="{401FFC52-C153-1E0A-6451-15856330E958}"/>
              </a:ext>
            </a:extLst>
          </p:cNvPr>
          <p:cNvSpPr txBox="1"/>
          <p:nvPr/>
        </p:nvSpPr>
        <p:spPr>
          <a:xfrm>
            <a:off x="3594177" y="3477563"/>
            <a:ext cx="442750" cy="646331"/>
          </a:xfrm>
          <a:prstGeom prst="rect">
            <a:avLst/>
          </a:prstGeom>
          <a:noFill/>
        </p:spPr>
        <p:txBody>
          <a:bodyPr wrap="none" rtlCol="0">
            <a:spAutoFit/>
          </a:bodyPr>
          <a:lstStyle/>
          <a:p>
            <a:r>
              <a:rPr lang="en-US" sz="3600" b="1" dirty="0">
                <a:solidFill>
                  <a:srgbClr val="000080"/>
                </a:solidFill>
              </a:rPr>
              <a:t>1</a:t>
            </a:r>
          </a:p>
        </p:txBody>
      </p:sp>
      <p:sp>
        <p:nvSpPr>
          <p:cNvPr id="17" name="TextBox 16">
            <a:extLst>
              <a:ext uri="{FF2B5EF4-FFF2-40B4-BE49-F238E27FC236}">
                <a16:creationId xmlns:a16="http://schemas.microsoft.com/office/drawing/2014/main" id="{BB788728-6FC3-F6AA-ECC8-A8185BF19860}"/>
              </a:ext>
            </a:extLst>
          </p:cNvPr>
          <p:cNvSpPr txBox="1"/>
          <p:nvPr/>
        </p:nvSpPr>
        <p:spPr>
          <a:xfrm>
            <a:off x="5801667" y="3477563"/>
            <a:ext cx="442750" cy="646331"/>
          </a:xfrm>
          <a:prstGeom prst="rect">
            <a:avLst/>
          </a:prstGeom>
          <a:noFill/>
        </p:spPr>
        <p:txBody>
          <a:bodyPr wrap="none" rtlCol="0">
            <a:spAutoFit/>
          </a:bodyPr>
          <a:lstStyle/>
          <a:p>
            <a:r>
              <a:rPr lang="sr-Latn-RS" sz="3600" b="1" dirty="0">
                <a:solidFill>
                  <a:srgbClr val="B6F64C"/>
                </a:solidFill>
              </a:rPr>
              <a:t>5</a:t>
            </a:r>
            <a:endParaRPr lang="en-US" sz="3600" b="1" dirty="0">
              <a:solidFill>
                <a:srgbClr val="B6F64C"/>
              </a:solidFill>
            </a:endParaRPr>
          </a:p>
        </p:txBody>
      </p:sp>
      <p:sp>
        <p:nvSpPr>
          <p:cNvPr id="30" name="Rectangle 29">
            <a:extLst>
              <a:ext uri="{FF2B5EF4-FFF2-40B4-BE49-F238E27FC236}">
                <a16:creationId xmlns:a16="http://schemas.microsoft.com/office/drawing/2014/main" id="{E46E6CD0-55EB-52CF-19DB-7B9656544124}"/>
              </a:ext>
            </a:extLst>
          </p:cNvPr>
          <p:cNvSpPr/>
          <p:nvPr/>
        </p:nvSpPr>
        <p:spPr>
          <a:xfrm>
            <a:off x="610535" y="3477563"/>
            <a:ext cx="6428507" cy="646331"/>
          </a:xfrm>
          <a:prstGeom prst="rect">
            <a:avLst/>
          </a:prstGeom>
          <a:noFill/>
          <a:ln w="38100">
            <a:solidFill>
              <a:srgbClr val="F9E0B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1" name="Straight Arrow Connector 30">
            <a:extLst>
              <a:ext uri="{FF2B5EF4-FFF2-40B4-BE49-F238E27FC236}">
                <a16:creationId xmlns:a16="http://schemas.microsoft.com/office/drawing/2014/main" id="{A8A835EE-AB0F-BD86-D550-13957255BF39}"/>
              </a:ext>
            </a:extLst>
          </p:cNvPr>
          <p:cNvCxnSpPr>
            <a:cxnSpLocks/>
          </p:cNvCxnSpPr>
          <p:nvPr/>
        </p:nvCxnSpPr>
        <p:spPr>
          <a:xfrm flipH="1">
            <a:off x="3822479" y="4123894"/>
            <a:ext cx="4618" cy="711307"/>
          </a:xfrm>
          <a:prstGeom prst="straightConnector1">
            <a:avLst/>
          </a:prstGeom>
          <a:ln w="38100">
            <a:solidFill>
              <a:srgbClr val="F9E0B9"/>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F67616D-7ADF-6F69-0C62-EB93200A04AE}"/>
              </a:ext>
            </a:extLst>
          </p:cNvPr>
          <p:cNvSpPr txBox="1"/>
          <p:nvPr/>
        </p:nvSpPr>
        <p:spPr>
          <a:xfrm>
            <a:off x="2804170" y="4853137"/>
            <a:ext cx="2041236" cy="646331"/>
          </a:xfrm>
          <a:prstGeom prst="rect">
            <a:avLst/>
          </a:prstGeom>
          <a:noFill/>
          <a:ln w="38100">
            <a:solidFill>
              <a:srgbClr val="F9E0B9"/>
            </a:solidFill>
          </a:ln>
        </p:spPr>
        <p:txBody>
          <a:bodyPr wrap="square" rtlCol="0" anchor="ctr">
            <a:spAutoFit/>
          </a:bodyPr>
          <a:lstStyle/>
          <a:p>
            <a:pPr algn="ctr"/>
            <a:r>
              <a:rPr lang="sr-Latn-RS" sz="3600" b="1" dirty="0">
                <a:solidFill>
                  <a:srgbClr val="B6F64C"/>
                </a:solidFill>
              </a:rPr>
              <a:t>5</a:t>
            </a:r>
            <a:endParaRPr lang="en-US" sz="3600" b="1" dirty="0">
              <a:solidFill>
                <a:srgbClr val="B6F64C"/>
              </a:solidFill>
            </a:endParaRPr>
          </a:p>
        </p:txBody>
      </p:sp>
      <p:sp>
        <p:nvSpPr>
          <p:cNvPr id="34" name="TextBox 33">
            <a:extLst>
              <a:ext uri="{FF2B5EF4-FFF2-40B4-BE49-F238E27FC236}">
                <a16:creationId xmlns:a16="http://schemas.microsoft.com/office/drawing/2014/main" id="{46CBE322-7A63-AD76-8DA0-75C8959F9AD8}"/>
              </a:ext>
            </a:extLst>
          </p:cNvPr>
          <p:cNvSpPr txBox="1"/>
          <p:nvPr/>
        </p:nvSpPr>
        <p:spPr>
          <a:xfrm>
            <a:off x="989225" y="1597023"/>
            <a:ext cx="1396536" cy="523220"/>
          </a:xfrm>
          <a:prstGeom prst="rect">
            <a:avLst/>
          </a:prstGeom>
          <a:noFill/>
        </p:spPr>
        <p:txBody>
          <a:bodyPr wrap="none" rtlCol="0">
            <a:spAutoFit/>
          </a:bodyPr>
          <a:lstStyle/>
          <a:p>
            <a:r>
              <a:rPr lang="sr-Latn-RS" sz="2800" b="1" dirty="0">
                <a:solidFill>
                  <a:srgbClr val="F9E0B9"/>
                </a:solidFill>
              </a:rPr>
              <a:t>88.27%</a:t>
            </a:r>
            <a:endParaRPr lang="en-US" sz="2800" b="1" dirty="0">
              <a:solidFill>
                <a:srgbClr val="F9E0B9"/>
              </a:solidFill>
            </a:endParaRPr>
          </a:p>
        </p:txBody>
      </p:sp>
      <p:sp>
        <p:nvSpPr>
          <p:cNvPr id="35" name="TextBox 34">
            <a:extLst>
              <a:ext uri="{FF2B5EF4-FFF2-40B4-BE49-F238E27FC236}">
                <a16:creationId xmlns:a16="http://schemas.microsoft.com/office/drawing/2014/main" id="{965A899F-B0E2-3A78-0440-43CBE6D7F090}"/>
              </a:ext>
            </a:extLst>
          </p:cNvPr>
          <p:cNvSpPr txBox="1"/>
          <p:nvPr/>
        </p:nvSpPr>
        <p:spPr>
          <a:xfrm>
            <a:off x="3126520" y="1614962"/>
            <a:ext cx="1396536" cy="523220"/>
          </a:xfrm>
          <a:prstGeom prst="rect">
            <a:avLst/>
          </a:prstGeom>
          <a:noFill/>
        </p:spPr>
        <p:txBody>
          <a:bodyPr wrap="none" rtlCol="0">
            <a:spAutoFit/>
          </a:bodyPr>
          <a:lstStyle/>
          <a:p>
            <a:r>
              <a:rPr lang="sr-Latn-RS" sz="2800" b="1" dirty="0">
                <a:solidFill>
                  <a:srgbClr val="F9E0B9"/>
                </a:solidFill>
              </a:rPr>
              <a:t>86.42%</a:t>
            </a:r>
            <a:endParaRPr lang="en-US" sz="2800" b="1" dirty="0">
              <a:solidFill>
                <a:srgbClr val="F9E0B9"/>
              </a:solidFill>
            </a:endParaRPr>
          </a:p>
        </p:txBody>
      </p:sp>
      <p:sp>
        <p:nvSpPr>
          <p:cNvPr id="36" name="TextBox 35">
            <a:extLst>
              <a:ext uri="{FF2B5EF4-FFF2-40B4-BE49-F238E27FC236}">
                <a16:creationId xmlns:a16="http://schemas.microsoft.com/office/drawing/2014/main" id="{F9A5FF10-C8D4-7CCB-61F0-0D11B90F767B}"/>
              </a:ext>
            </a:extLst>
          </p:cNvPr>
          <p:cNvSpPr txBox="1"/>
          <p:nvPr/>
        </p:nvSpPr>
        <p:spPr>
          <a:xfrm>
            <a:off x="5324774" y="1614962"/>
            <a:ext cx="1396536" cy="523220"/>
          </a:xfrm>
          <a:prstGeom prst="rect">
            <a:avLst/>
          </a:prstGeom>
          <a:noFill/>
        </p:spPr>
        <p:txBody>
          <a:bodyPr wrap="none" rtlCol="0">
            <a:spAutoFit/>
          </a:bodyPr>
          <a:lstStyle/>
          <a:p>
            <a:r>
              <a:rPr lang="sr-Latn-RS" sz="2800" b="1" dirty="0">
                <a:solidFill>
                  <a:srgbClr val="F9E0B9"/>
                </a:solidFill>
              </a:rPr>
              <a:t>90.74%</a:t>
            </a:r>
            <a:endParaRPr lang="en-US" sz="2800" b="1" dirty="0">
              <a:solidFill>
                <a:srgbClr val="F9E0B9"/>
              </a:solidFill>
            </a:endParaRPr>
          </a:p>
        </p:txBody>
      </p:sp>
      <p:sp>
        <p:nvSpPr>
          <p:cNvPr id="37" name="TextBox 36">
            <a:extLst>
              <a:ext uri="{FF2B5EF4-FFF2-40B4-BE49-F238E27FC236}">
                <a16:creationId xmlns:a16="http://schemas.microsoft.com/office/drawing/2014/main" id="{389E59C1-C597-0005-7A93-5C6F103A28DD}"/>
              </a:ext>
            </a:extLst>
          </p:cNvPr>
          <p:cNvSpPr txBox="1"/>
          <p:nvPr/>
        </p:nvSpPr>
        <p:spPr>
          <a:xfrm>
            <a:off x="3117284" y="5481532"/>
            <a:ext cx="1396536" cy="523220"/>
          </a:xfrm>
          <a:prstGeom prst="rect">
            <a:avLst/>
          </a:prstGeom>
          <a:noFill/>
        </p:spPr>
        <p:txBody>
          <a:bodyPr wrap="none" rtlCol="0">
            <a:spAutoFit/>
          </a:bodyPr>
          <a:lstStyle/>
          <a:p>
            <a:r>
              <a:rPr lang="sr-Latn-RS" sz="2800" b="1" dirty="0">
                <a:solidFill>
                  <a:srgbClr val="F9E0B9"/>
                </a:solidFill>
              </a:rPr>
              <a:t>91.36%</a:t>
            </a:r>
            <a:endParaRPr lang="en-US" sz="2800" b="1" dirty="0">
              <a:solidFill>
                <a:srgbClr val="F9E0B9"/>
              </a:solidFill>
            </a:endParaRPr>
          </a:p>
        </p:txBody>
      </p:sp>
      <p:pic>
        <p:nvPicPr>
          <p:cNvPr id="4" name="Picture 3">
            <a:extLst>
              <a:ext uri="{FF2B5EF4-FFF2-40B4-BE49-F238E27FC236}">
                <a16:creationId xmlns:a16="http://schemas.microsoft.com/office/drawing/2014/main" id="{20B6CDF1-2E09-A538-D0F1-897F2960BE7C}"/>
              </a:ext>
            </a:extLst>
          </p:cNvPr>
          <p:cNvPicPr>
            <a:picLocks noChangeAspect="1"/>
          </p:cNvPicPr>
          <p:nvPr/>
        </p:nvPicPr>
        <p:blipFill>
          <a:blip r:embed="rId2"/>
          <a:srcRect l="11151" t="11058" r="24175" b="9748"/>
          <a:stretch>
            <a:fillRect/>
          </a:stretch>
        </p:blipFill>
        <p:spPr>
          <a:xfrm>
            <a:off x="7200678" y="2203528"/>
            <a:ext cx="4464849" cy="4100449"/>
          </a:xfrm>
          <a:prstGeom prst="rect">
            <a:avLst/>
          </a:prstGeom>
        </p:spPr>
      </p:pic>
      <p:sp>
        <p:nvSpPr>
          <p:cNvPr id="8" name="TextBox 7">
            <a:extLst>
              <a:ext uri="{FF2B5EF4-FFF2-40B4-BE49-F238E27FC236}">
                <a16:creationId xmlns:a16="http://schemas.microsoft.com/office/drawing/2014/main" id="{1FE1F48B-5284-EA39-10E8-37B909C980C7}"/>
              </a:ext>
            </a:extLst>
          </p:cNvPr>
          <p:cNvSpPr txBox="1"/>
          <p:nvPr/>
        </p:nvSpPr>
        <p:spPr>
          <a:xfrm>
            <a:off x="7351059" y="2321858"/>
            <a:ext cx="1082376" cy="1945341"/>
          </a:xfrm>
          <a:prstGeom prst="rect">
            <a:avLst/>
          </a:prstGeom>
          <a:noFill/>
        </p:spPr>
        <p:txBody>
          <a:bodyPr wrap="square" rtlCol="0" anchor="ctr">
            <a:noAutofit/>
          </a:bodyPr>
          <a:lstStyle/>
          <a:p>
            <a:pPr algn="ctr"/>
            <a:r>
              <a:rPr lang="en-US" sz="4800" b="1" dirty="0">
                <a:solidFill>
                  <a:schemeClr val="bg1"/>
                </a:solidFill>
              </a:rPr>
              <a:t>1</a:t>
            </a:r>
          </a:p>
        </p:txBody>
      </p:sp>
      <p:sp>
        <p:nvSpPr>
          <p:cNvPr id="9" name="TextBox 8">
            <a:extLst>
              <a:ext uri="{FF2B5EF4-FFF2-40B4-BE49-F238E27FC236}">
                <a16:creationId xmlns:a16="http://schemas.microsoft.com/office/drawing/2014/main" id="{278C9B2C-7F4D-05AB-4B42-9D248B59A300}"/>
              </a:ext>
            </a:extLst>
          </p:cNvPr>
          <p:cNvSpPr txBox="1"/>
          <p:nvPr/>
        </p:nvSpPr>
        <p:spPr>
          <a:xfrm>
            <a:off x="8433435" y="2321858"/>
            <a:ext cx="1082376" cy="1945341"/>
          </a:xfrm>
          <a:prstGeom prst="rect">
            <a:avLst/>
          </a:prstGeom>
          <a:noFill/>
        </p:spPr>
        <p:txBody>
          <a:bodyPr wrap="square" rtlCol="0" anchor="ctr">
            <a:noAutofit/>
          </a:bodyPr>
          <a:lstStyle/>
          <a:p>
            <a:pPr algn="ctr"/>
            <a:r>
              <a:rPr lang="en-US" sz="4800" b="1" dirty="0">
                <a:solidFill>
                  <a:schemeClr val="bg1"/>
                </a:solidFill>
              </a:rPr>
              <a:t>2</a:t>
            </a:r>
          </a:p>
        </p:txBody>
      </p:sp>
      <p:sp>
        <p:nvSpPr>
          <p:cNvPr id="10" name="TextBox 9">
            <a:extLst>
              <a:ext uri="{FF2B5EF4-FFF2-40B4-BE49-F238E27FC236}">
                <a16:creationId xmlns:a16="http://schemas.microsoft.com/office/drawing/2014/main" id="{0539C20A-A28C-6CC9-03E2-8E564D309604}"/>
              </a:ext>
            </a:extLst>
          </p:cNvPr>
          <p:cNvSpPr txBox="1"/>
          <p:nvPr/>
        </p:nvSpPr>
        <p:spPr>
          <a:xfrm>
            <a:off x="9374730" y="2321858"/>
            <a:ext cx="1082376" cy="1945341"/>
          </a:xfrm>
          <a:prstGeom prst="rect">
            <a:avLst/>
          </a:prstGeom>
          <a:noFill/>
        </p:spPr>
        <p:txBody>
          <a:bodyPr wrap="square" rtlCol="0" anchor="ctr">
            <a:noAutofit/>
          </a:bodyPr>
          <a:lstStyle/>
          <a:p>
            <a:pPr algn="ctr"/>
            <a:r>
              <a:rPr lang="en-US" sz="4800" b="1" dirty="0">
                <a:solidFill>
                  <a:schemeClr val="bg1"/>
                </a:solidFill>
              </a:rPr>
              <a:t>3</a:t>
            </a:r>
          </a:p>
        </p:txBody>
      </p:sp>
      <p:sp>
        <p:nvSpPr>
          <p:cNvPr id="12" name="TextBox 11">
            <a:extLst>
              <a:ext uri="{FF2B5EF4-FFF2-40B4-BE49-F238E27FC236}">
                <a16:creationId xmlns:a16="http://schemas.microsoft.com/office/drawing/2014/main" id="{435A913B-F7F6-3E58-60BD-FA9BBEB32A04}"/>
              </a:ext>
            </a:extLst>
          </p:cNvPr>
          <p:cNvSpPr txBox="1"/>
          <p:nvPr/>
        </p:nvSpPr>
        <p:spPr>
          <a:xfrm>
            <a:off x="10423603" y="2321857"/>
            <a:ext cx="1082376" cy="1945341"/>
          </a:xfrm>
          <a:prstGeom prst="rect">
            <a:avLst/>
          </a:prstGeom>
          <a:noFill/>
        </p:spPr>
        <p:txBody>
          <a:bodyPr wrap="square" rtlCol="0" anchor="ctr">
            <a:noAutofit/>
          </a:bodyPr>
          <a:lstStyle/>
          <a:p>
            <a:pPr algn="ctr"/>
            <a:r>
              <a:rPr lang="en-US" sz="4800" b="1" dirty="0">
                <a:solidFill>
                  <a:schemeClr val="bg1"/>
                </a:solidFill>
              </a:rPr>
              <a:t>4</a:t>
            </a:r>
          </a:p>
        </p:txBody>
      </p:sp>
      <p:sp>
        <p:nvSpPr>
          <p:cNvPr id="19" name="TextBox 18">
            <a:extLst>
              <a:ext uri="{FF2B5EF4-FFF2-40B4-BE49-F238E27FC236}">
                <a16:creationId xmlns:a16="http://schemas.microsoft.com/office/drawing/2014/main" id="{39312E0E-EEAE-C167-958E-C3F8981D386A}"/>
              </a:ext>
            </a:extLst>
          </p:cNvPr>
          <p:cNvSpPr txBox="1"/>
          <p:nvPr/>
        </p:nvSpPr>
        <p:spPr>
          <a:xfrm>
            <a:off x="10423605" y="4186521"/>
            <a:ext cx="1082376" cy="1945341"/>
          </a:xfrm>
          <a:prstGeom prst="rect">
            <a:avLst/>
          </a:prstGeom>
          <a:noFill/>
        </p:spPr>
        <p:txBody>
          <a:bodyPr wrap="square" rtlCol="0" anchor="ctr">
            <a:noAutofit/>
          </a:bodyPr>
          <a:lstStyle/>
          <a:p>
            <a:pPr algn="ctr"/>
            <a:r>
              <a:rPr lang="en-US" sz="4800" b="1" dirty="0">
                <a:solidFill>
                  <a:schemeClr val="bg1"/>
                </a:solidFill>
              </a:rPr>
              <a:t>8</a:t>
            </a:r>
          </a:p>
        </p:txBody>
      </p:sp>
      <p:sp>
        <p:nvSpPr>
          <p:cNvPr id="20" name="TextBox 19">
            <a:extLst>
              <a:ext uri="{FF2B5EF4-FFF2-40B4-BE49-F238E27FC236}">
                <a16:creationId xmlns:a16="http://schemas.microsoft.com/office/drawing/2014/main" id="{2F98906D-6186-9F58-5A25-F99A0101D217}"/>
              </a:ext>
            </a:extLst>
          </p:cNvPr>
          <p:cNvSpPr txBox="1"/>
          <p:nvPr/>
        </p:nvSpPr>
        <p:spPr>
          <a:xfrm>
            <a:off x="9428518" y="4185195"/>
            <a:ext cx="1082376" cy="1945341"/>
          </a:xfrm>
          <a:prstGeom prst="rect">
            <a:avLst/>
          </a:prstGeom>
          <a:noFill/>
        </p:spPr>
        <p:txBody>
          <a:bodyPr wrap="square" rtlCol="0" anchor="ctr">
            <a:noAutofit/>
          </a:bodyPr>
          <a:lstStyle/>
          <a:p>
            <a:pPr algn="ctr"/>
            <a:r>
              <a:rPr lang="en-US" sz="4800" b="1" dirty="0">
                <a:solidFill>
                  <a:schemeClr val="bg1"/>
                </a:solidFill>
              </a:rPr>
              <a:t>7</a:t>
            </a:r>
          </a:p>
        </p:txBody>
      </p:sp>
      <p:sp>
        <p:nvSpPr>
          <p:cNvPr id="21" name="TextBox 20">
            <a:extLst>
              <a:ext uri="{FF2B5EF4-FFF2-40B4-BE49-F238E27FC236}">
                <a16:creationId xmlns:a16="http://schemas.microsoft.com/office/drawing/2014/main" id="{8887A5B6-F5ED-5885-1261-F5B1BE02EEEE}"/>
              </a:ext>
            </a:extLst>
          </p:cNvPr>
          <p:cNvSpPr txBox="1"/>
          <p:nvPr/>
        </p:nvSpPr>
        <p:spPr>
          <a:xfrm>
            <a:off x="8433435" y="4185195"/>
            <a:ext cx="1082376" cy="1945341"/>
          </a:xfrm>
          <a:prstGeom prst="rect">
            <a:avLst/>
          </a:prstGeom>
          <a:noFill/>
        </p:spPr>
        <p:txBody>
          <a:bodyPr wrap="square" rtlCol="0" anchor="ctr">
            <a:noAutofit/>
          </a:bodyPr>
          <a:lstStyle/>
          <a:p>
            <a:pPr algn="ctr"/>
            <a:r>
              <a:rPr lang="en-US" sz="4800" b="1" dirty="0">
                <a:solidFill>
                  <a:schemeClr val="bg1"/>
                </a:solidFill>
              </a:rPr>
              <a:t>6</a:t>
            </a:r>
          </a:p>
        </p:txBody>
      </p:sp>
      <p:sp>
        <p:nvSpPr>
          <p:cNvPr id="22" name="TextBox 21">
            <a:extLst>
              <a:ext uri="{FF2B5EF4-FFF2-40B4-BE49-F238E27FC236}">
                <a16:creationId xmlns:a16="http://schemas.microsoft.com/office/drawing/2014/main" id="{DC20DDD0-BEB8-3E5D-A0EC-A20168CE6B9A}"/>
              </a:ext>
            </a:extLst>
          </p:cNvPr>
          <p:cNvSpPr txBox="1"/>
          <p:nvPr/>
        </p:nvSpPr>
        <p:spPr>
          <a:xfrm>
            <a:off x="7351055" y="4167117"/>
            <a:ext cx="1082376" cy="1945341"/>
          </a:xfrm>
          <a:prstGeom prst="rect">
            <a:avLst/>
          </a:prstGeom>
          <a:noFill/>
        </p:spPr>
        <p:txBody>
          <a:bodyPr wrap="square" rtlCol="0" anchor="ctr">
            <a:noAutofit/>
          </a:bodyPr>
          <a:lstStyle/>
          <a:p>
            <a:pPr algn="ctr"/>
            <a:r>
              <a:rPr lang="en-US" sz="4800" b="1" dirty="0">
                <a:solidFill>
                  <a:schemeClr val="bg1"/>
                </a:solidFill>
              </a:rPr>
              <a:t>5</a:t>
            </a:r>
          </a:p>
        </p:txBody>
      </p:sp>
    </p:spTree>
    <p:extLst>
      <p:ext uri="{BB962C8B-B14F-4D97-AF65-F5344CB8AC3E}">
        <p14:creationId xmlns:p14="http://schemas.microsoft.com/office/powerpoint/2010/main" val="2010453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F3BF8-25C8-B597-D482-7702D684875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BB83D7B-8776-C643-302D-2152F2972305}"/>
              </a:ext>
            </a:extLst>
          </p:cNvPr>
          <p:cNvSpPr/>
          <p:nvPr/>
        </p:nvSpPr>
        <p:spPr>
          <a:xfrm>
            <a:off x="0" y="0"/>
            <a:ext cx="12192000"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FE45C4-DC55-3EA8-E002-18251DF97183}"/>
              </a:ext>
            </a:extLst>
          </p:cNvPr>
          <p:cNvSpPr>
            <a:spLocks noGrp="1"/>
          </p:cNvSpPr>
          <p:nvPr>
            <p:ph type="title"/>
          </p:nvPr>
        </p:nvSpPr>
        <p:spPr>
          <a:xfrm>
            <a:off x="8036952" y="477519"/>
            <a:ext cx="3829465" cy="1960459"/>
          </a:xfrm>
        </p:spPr>
        <p:txBody>
          <a:bodyPr/>
          <a:lstStyle/>
          <a:p>
            <a:r>
              <a:rPr lang="sr-Latn-RS" dirty="0">
                <a:solidFill>
                  <a:srgbClr val="00635D"/>
                </a:solidFill>
              </a:rPr>
              <a:t>Sistem sa većinskim odlučivanjem</a:t>
            </a:r>
            <a:endParaRPr lang="en-US" dirty="0">
              <a:solidFill>
                <a:srgbClr val="00635D"/>
              </a:solidFill>
            </a:endParaRPr>
          </a:p>
        </p:txBody>
      </p:sp>
      <p:pic>
        <p:nvPicPr>
          <p:cNvPr id="19" name="Picture Placeholder 18">
            <a:extLst>
              <a:ext uri="{FF2B5EF4-FFF2-40B4-BE49-F238E27FC236}">
                <a16:creationId xmlns:a16="http://schemas.microsoft.com/office/drawing/2014/main" id="{94135C0F-A0C8-0C1B-CFB4-1351E7E9336B}"/>
              </a:ext>
              <a:ext uri="{C183D7F6-B498-43B3-948B-1728B52AA6E4}">
                <adec:decorative xmlns:adec="http://schemas.microsoft.com/office/drawing/2017/decorative" val="1"/>
              </a:ext>
            </a:extLst>
          </p:cNvPr>
          <p:cNvPicPr>
            <a:picLocks noGrp="1" noChangeAspect="1"/>
          </p:cNvPicPr>
          <p:nvPr>
            <p:ph type="tbl" sz="quarter" idx="11"/>
          </p:nvPr>
        </p:nvPicPr>
        <p:blipFill rotWithShape="1">
          <a:blip r:embed="rId3" cstate="screen">
            <a:duotone>
              <a:prstClr val="black"/>
              <a:schemeClr val="accent1">
                <a:tint val="45000"/>
                <a:satMod val="400000"/>
              </a:schemeClr>
            </a:duotone>
            <a:alphaModFix amt="50000"/>
            <a:extLst>
              <a:ext uri="{28A0092B-C50C-407E-A947-70E740481C1C}">
                <a14:useLocalDpi xmlns:a14="http://schemas.microsoft.com/office/drawing/2010/main"/>
              </a:ext>
            </a:extLst>
          </a:blip>
          <a:stretch/>
        </p:blipFill>
        <p:spPr>
          <a:xfrm>
            <a:off x="2025713" y="920496"/>
            <a:ext cx="3432048" cy="5017008"/>
          </a:xfrm>
        </p:spPr>
      </p:pic>
      <p:sp>
        <p:nvSpPr>
          <p:cNvPr id="3" name="Content Placeholder 2">
            <a:extLst>
              <a:ext uri="{FF2B5EF4-FFF2-40B4-BE49-F238E27FC236}">
                <a16:creationId xmlns:a16="http://schemas.microsoft.com/office/drawing/2014/main" id="{5412B217-7216-5D90-0717-9D9E39AFBAB5}"/>
              </a:ext>
            </a:extLst>
          </p:cNvPr>
          <p:cNvSpPr>
            <a:spLocks noGrp="1"/>
          </p:cNvSpPr>
          <p:nvPr>
            <p:ph sz="quarter" idx="10"/>
          </p:nvPr>
        </p:nvSpPr>
        <p:spPr>
          <a:xfrm>
            <a:off x="8036952" y="2915497"/>
            <a:ext cx="3970321" cy="2940860"/>
          </a:xfrm>
        </p:spPr>
        <p:txBody>
          <a:bodyPr>
            <a:normAutofit fontScale="92500" lnSpcReduction="10000"/>
          </a:bodyPr>
          <a:lstStyle/>
          <a:p>
            <a:pPr marL="0" lvl="0" indent="0">
              <a:spcAft>
                <a:spcPts val="1200"/>
              </a:spcAft>
              <a:buNone/>
            </a:pPr>
            <a:r>
              <a:rPr lang="sr-Latn-RS" sz="2000" dirty="0">
                <a:solidFill>
                  <a:srgbClr val="00635D"/>
                </a:solidFill>
              </a:rPr>
              <a:t>Jedan klasifikator ili većinsko odlučivanje više tipova modela</a:t>
            </a:r>
          </a:p>
          <a:p>
            <a:pPr marL="0" lvl="0" indent="0">
              <a:spcAft>
                <a:spcPts val="1200"/>
              </a:spcAft>
              <a:buNone/>
            </a:pPr>
            <a:r>
              <a:rPr lang="sr-Latn-RS" sz="2000" dirty="0">
                <a:solidFill>
                  <a:srgbClr val="00635D"/>
                </a:solidFill>
              </a:rPr>
              <a:t>Najveća tačnost klasifikacije</a:t>
            </a:r>
          </a:p>
          <a:p>
            <a:pPr marL="0" lvl="0" indent="0">
              <a:spcAft>
                <a:spcPts val="1200"/>
              </a:spcAft>
              <a:buNone/>
            </a:pPr>
            <a:r>
              <a:rPr lang="sr-Latn-RS" sz="2000" dirty="0">
                <a:solidFill>
                  <a:srgbClr val="00635D"/>
                </a:solidFill>
              </a:rPr>
              <a:t>Znatno poboljšanje</a:t>
            </a:r>
          </a:p>
          <a:p>
            <a:pPr marL="0" lvl="0" indent="0">
              <a:spcAft>
                <a:spcPts val="1200"/>
              </a:spcAft>
              <a:buNone/>
            </a:pPr>
            <a:r>
              <a:rPr lang="en-US" sz="2000" dirty="0">
                <a:solidFill>
                  <a:srgbClr val="00635D"/>
                </a:solidFill>
              </a:rPr>
              <a:t>P</a:t>
            </a:r>
            <a:r>
              <a:rPr lang="sr-Latn-RS" sz="2000" dirty="0">
                <a:solidFill>
                  <a:srgbClr val="00635D"/>
                </a:solidFill>
              </a:rPr>
              <a:t>erformansi za podelu na 8 sektora</a:t>
            </a:r>
            <a:endParaRPr lang="en-US" sz="2000" noProof="0" dirty="0">
              <a:solidFill>
                <a:srgbClr val="00635D"/>
              </a:solidFill>
            </a:endParaRPr>
          </a:p>
        </p:txBody>
      </p:sp>
      <p:sp>
        <p:nvSpPr>
          <p:cNvPr id="9" name="Rectangle 8">
            <a:extLst>
              <a:ext uri="{FF2B5EF4-FFF2-40B4-BE49-F238E27FC236}">
                <a16:creationId xmlns:a16="http://schemas.microsoft.com/office/drawing/2014/main" id="{02417D71-26FF-5445-C8CF-25B0BC61431E}"/>
              </a:ext>
            </a:extLst>
          </p:cNvPr>
          <p:cNvSpPr/>
          <p:nvPr/>
        </p:nvSpPr>
        <p:spPr>
          <a:xfrm>
            <a:off x="886689" y="920495"/>
            <a:ext cx="5698837" cy="5142437"/>
          </a:xfrm>
          <a:prstGeom prst="rect">
            <a:avLst/>
          </a:prstGeom>
          <a:solidFill>
            <a:srgbClr val="104D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Placeholder 2">
            <a:extLst>
              <a:ext uri="{FF2B5EF4-FFF2-40B4-BE49-F238E27FC236}">
                <a16:creationId xmlns:a16="http://schemas.microsoft.com/office/drawing/2014/main" id="{F4161BA4-873E-137F-A91A-C48A55D0CE06}"/>
              </a:ext>
            </a:extLst>
          </p:cNvPr>
          <p:cNvGraphicFramePr>
            <a:graphicFrameLocks/>
          </p:cNvGraphicFramePr>
          <p:nvPr>
            <p:extLst>
              <p:ext uri="{D42A27DB-BD31-4B8C-83A1-F6EECF244321}">
                <p14:modId xmlns:p14="http://schemas.microsoft.com/office/powerpoint/2010/main" val="150802433"/>
              </p:ext>
            </p:extLst>
          </p:nvPr>
        </p:nvGraphicFramePr>
        <p:xfrm>
          <a:off x="886689" y="2859012"/>
          <a:ext cx="5672719" cy="3810734"/>
        </p:xfrm>
        <a:graphic>
          <a:graphicData uri="http://schemas.openxmlformats.org/drawingml/2006/table">
            <a:tbl>
              <a:tblPr firstRow="1" bandRow="1">
                <a:tableStyleId>{1E171933-4619-4E11-9A3F-F7608DF75F80}</a:tableStyleId>
              </a:tblPr>
              <a:tblGrid>
                <a:gridCol w="3002925">
                  <a:extLst>
                    <a:ext uri="{9D8B030D-6E8A-4147-A177-3AD203B41FA5}">
                      <a16:colId xmlns:a16="http://schemas.microsoft.com/office/drawing/2014/main" val="30750867"/>
                    </a:ext>
                  </a:extLst>
                </a:gridCol>
                <a:gridCol w="1334897">
                  <a:extLst>
                    <a:ext uri="{9D8B030D-6E8A-4147-A177-3AD203B41FA5}">
                      <a16:colId xmlns:a16="http://schemas.microsoft.com/office/drawing/2014/main" val="3469610457"/>
                    </a:ext>
                  </a:extLst>
                </a:gridCol>
                <a:gridCol w="1334897">
                  <a:extLst>
                    <a:ext uri="{9D8B030D-6E8A-4147-A177-3AD203B41FA5}">
                      <a16:colId xmlns:a16="http://schemas.microsoft.com/office/drawing/2014/main" val="3295574057"/>
                    </a:ext>
                  </a:extLst>
                </a:gridCol>
              </a:tblGrid>
              <a:tr h="467173">
                <a:tc>
                  <a:txBody>
                    <a:bodyPr/>
                    <a:lstStyle/>
                    <a:p>
                      <a:pPr algn="ctr"/>
                      <a:r>
                        <a:rPr lang="sr-Latn-RS" sz="1800" dirty="0">
                          <a:solidFill>
                            <a:srgbClr val="F9E0B9"/>
                          </a:solidFill>
                        </a:rPr>
                        <a:t>Tačnost klasifikatora </a:t>
                      </a:r>
                      <a:r>
                        <a:rPr lang="en-US" sz="1800" dirty="0">
                          <a:solidFill>
                            <a:srgbClr val="F9E0B9"/>
                          </a:solidFill>
                        </a:rPr>
                        <a:t>[%]</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88.27</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FFFFFF"/>
                    </a:solidFill>
                  </a:tcPr>
                </a:tc>
                <a:tc>
                  <a:txBody>
                    <a:bodyPr/>
                    <a:lstStyle/>
                    <a:p>
                      <a:pPr marL="0" algn="ctr" rtl="0" eaLnBrk="1" fontAlgn="ctr" latinLnBrk="0" hangingPunct="1">
                        <a:buNone/>
                      </a:pPr>
                      <a:r>
                        <a:rPr lang="en-US" sz="1800" b="0" i="0" u="none" strike="noStrike" kern="1200">
                          <a:solidFill>
                            <a:srgbClr val="000000"/>
                          </a:solidFill>
                          <a:effectLst/>
                          <a:latin typeface="Century Gothic" panose="020B0502020202020204" pitchFamily="34" charset="0"/>
                        </a:rPr>
                        <a:t>91.36</a:t>
                      </a:r>
                      <a:endParaRPr lang="en-U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FFFFFF"/>
                    </a:solidFill>
                  </a:tcPr>
                </a:tc>
                <a:extLst>
                  <a:ext uri="{0D108BD9-81ED-4DB2-BD59-A6C34878D82A}">
                    <a16:rowId xmlns:a16="http://schemas.microsoft.com/office/drawing/2014/main" val="1011263635"/>
                  </a:ext>
                </a:extLst>
              </a:tr>
              <a:tr h="467173">
                <a:tc>
                  <a:txBody>
                    <a:bodyPr/>
                    <a:lstStyle/>
                    <a:p>
                      <a:pPr algn="ctr"/>
                      <a:r>
                        <a:rPr lang="sr-Latn-RS" sz="1800" b="1" dirty="0">
                          <a:solidFill>
                            <a:srgbClr val="F9E0B9"/>
                          </a:solidFill>
                        </a:rPr>
                        <a:t>Srednja greška </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8.62</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FCF2E9"/>
                    </a:solidFill>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7.90</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FCF2E9"/>
                    </a:solidFill>
                  </a:tcPr>
                </a:tc>
                <a:extLst>
                  <a:ext uri="{0D108BD9-81ED-4DB2-BD59-A6C34878D82A}">
                    <a16:rowId xmlns:a16="http://schemas.microsoft.com/office/drawing/2014/main" val="4251432886"/>
                  </a:ext>
                </a:extLst>
              </a:tr>
              <a:tr h="492413">
                <a:tc>
                  <a:txBody>
                    <a:bodyPr/>
                    <a:lstStyle/>
                    <a:p>
                      <a:pPr algn="ctr"/>
                      <a:r>
                        <a:rPr lang="sr-Latn-RS" sz="1800" b="1" dirty="0">
                          <a:solidFill>
                            <a:srgbClr val="F9E0B9"/>
                          </a:solidFill>
                        </a:rPr>
                        <a:t>Medijana greške </a:t>
                      </a:r>
                      <a:r>
                        <a:rPr lang="sr-Cyrl-RS" sz="1800" b="1" dirty="0">
                          <a:solidFill>
                            <a:srgbClr val="F9E0B9"/>
                          </a:solidFill>
                        </a:rPr>
                        <a:t>[</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6.37</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5.99</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extLst>
                  <a:ext uri="{0D108BD9-81ED-4DB2-BD59-A6C34878D82A}">
                    <a16:rowId xmlns:a16="http://schemas.microsoft.com/office/drawing/2014/main" val="360240625"/>
                  </a:ext>
                </a:extLst>
              </a:tr>
              <a:tr h="429374">
                <a:tc>
                  <a:txBody>
                    <a:bodyPr/>
                    <a:lstStyle/>
                    <a:p>
                      <a:pPr algn="ctr"/>
                      <a:r>
                        <a:rPr lang="en-US" sz="1800" b="1" dirty="0" err="1">
                          <a:solidFill>
                            <a:srgbClr val="F9E0B9"/>
                          </a:solidFill>
                        </a:rPr>
                        <a:t>Percentil</a:t>
                      </a:r>
                      <a:r>
                        <a:rPr lang="en-US" sz="1800" b="1" dirty="0">
                          <a:solidFill>
                            <a:srgbClr val="F9E0B9"/>
                          </a:solidFill>
                        </a:rPr>
                        <a:t> 67</a:t>
                      </a:r>
                      <a:r>
                        <a:rPr lang="sr-Latn-RS" sz="1800" b="1" dirty="0">
                          <a:solidFill>
                            <a:srgbClr val="F9E0B9"/>
                          </a:solidFill>
                        </a:rPr>
                        <a:t> </a:t>
                      </a:r>
                      <a:r>
                        <a:rPr lang="sr-Cyrl-RS" sz="1800" b="1" dirty="0">
                          <a:solidFill>
                            <a:srgbClr val="F9E0B9"/>
                          </a:solidFill>
                        </a:rPr>
                        <a:t>[</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8.68</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8.01</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extLst>
                  <a:ext uri="{0D108BD9-81ED-4DB2-BD59-A6C34878D82A}">
                    <a16:rowId xmlns:a16="http://schemas.microsoft.com/office/drawing/2014/main" val="2762393470"/>
                  </a:ext>
                </a:extLst>
              </a:tr>
              <a:tr h="489131">
                <a:tc>
                  <a:txBody>
                    <a:bodyPr/>
                    <a:lstStyle/>
                    <a:p>
                      <a:pPr algn="ctr"/>
                      <a:r>
                        <a:rPr lang="en-US" sz="1800" b="1" dirty="0" err="1">
                          <a:solidFill>
                            <a:srgbClr val="F9E0B9"/>
                          </a:solidFill>
                        </a:rPr>
                        <a:t>Percentil</a:t>
                      </a:r>
                      <a:r>
                        <a:rPr lang="en-US" sz="1800" b="1" dirty="0">
                          <a:solidFill>
                            <a:srgbClr val="F9E0B9"/>
                          </a:solidFill>
                        </a:rPr>
                        <a:t> 95</a:t>
                      </a:r>
                      <a:r>
                        <a:rPr lang="sr-Latn-RS" sz="1800" b="1" dirty="0">
                          <a:solidFill>
                            <a:srgbClr val="F9E0B9"/>
                          </a:solidFill>
                        </a:rPr>
                        <a:t> </a:t>
                      </a:r>
                      <a:r>
                        <a:rPr lang="sr-Cyrl-RS" sz="1800" b="1" dirty="0">
                          <a:solidFill>
                            <a:srgbClr val="F9E0B9"/>
                          </a:solidFill>
                        </a:rPr>
                        <a:t>[</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19.85</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17.35</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extLst>
                  <a:ext uri="{0D108BD9-81ED-4DB2-BD59-A6C34878D82A}">
                    <a16:rowId xmlns:a16="http://schemas.microsoft.com/office/drawing/2014/main" val="1311364400"/>
                  </a:ext>
                </a:extLst>
              </a:tr>
              <a:tr h="472060">
                <a:tc>
                  <a:txBody>
                    <a:bodyPr/>
                    <a:lstStyle/>
                    <a:p>
                      <a:pPr algn="ctr"/>
                      <a:r>
                        <a:rPr lang="sr-Latn-RS" sz="1800" b="1" dirty="0">
                          <a:solidFill>
                            <a:srgbClr val="F9E0B9"/>
                          </a:solidFill>
                        </a:rPr>
                        <a:t>Stand. Devijacija </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9.34</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7.51</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extLst>
                  <a:ext uri="{0D108BD9-81ED-4DB2-BD59-A6C34878D82A}">
                    <a16:rowId xmlns:a16="http://schemas.microsoft.com/office/drawing/2014/main" val="553361155"/>
                  </a:ext>
                </a:extLst>
              </a:tr>
              <a:tr h="448013">
                <a:tc>
                  <a:txBody>
                    <a:bodyPr/>
                    <a:lstStyle/>
                    <a:p>
                      <a:pPr algn="ctr"/>
                      <a:r>
                        <a:rPr lang="en-US" sz="1800" b="1" dirty="0" err="1">
                          <a:solidFill>
                            <a:srgbClr val="F9E0B9"/>
                          </a:solidFill>
                        </a:rPr>
                        <a:t>Najmanja</a:t>
                      </a:r>
                      <a:r>
                        <a:rPr lang="en-US" sz="1800" b="1" dirty="0">
                          <a:solidFill>
                            <a:srgbClr val="F9E0B9"/>
                          </a:solidFill>
                        </a:rPr>
                        <a:t> </a:t>
                      </a:r>
                      <a:r>
                        <a:rPr lang="en-US" sz="1800" b="1" dirty="0" err="1">
                          <a:solidFill>
                            <a:srgbClr val="F9E0B9"/>
                          </a:solidFill>
                        </a:rPr>
                        <a:t>gre</a:t>
                      </a:r>
                      <a:r>
                        <a:rPr lang="sr-Latn-RS" sz="1800" b="1" dirty="0">
                          <a:solidFill>
                            <a:srgbClr val="F9E0B9"/>
                          </a:solidFill>
                        </a:rPr>
                        <a:t>ška </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0.38</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tc>
                  <a:txBody>
                    <a:bodyPr/>
                    <a:lstStyle/>
                    <a:p>
                      <a:pPr marL="0" algn="ctr" rtl="0" eaLnBrk="1" fontAlgn="ctr" latinLnBrk="0" hangingPunct="1">
                        <a:buNone/>
                      </a:pPr>
                      <a:r>
                        <a:rPr lang="sr-Latn-RS" sz="1800" b="0" i="0" u="none" strike="noStrike" kern="1200">
                          <a:solidFill>
                            <a:srgbClr val="000000"/>
                          </a:solidFill>
                          <a:effectLst/>
                          <a:latin typeface="Century Gothic" panose="020B0502020202020204" pitchFamily="34" charset="0"/>
                        </a:rPr>
                        <a:t>0.38</a:t>
                      </a:r>
                      <a:endParaRPr lang="sr-Latn-RS" sz="1800" b="0" i="0" u="none" strike="noStrike">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extLst>
                  <a:ext uri="{0D108BD9-81ED-4DB2-BD59-A6C34878D82A}">
                    <a16:rowId xmlns:a16="http://schemas.microsoft.com/office/drawing/2014/main" val="2526263980"/>
                  </a:ext>
                </a:extLst>
              </a:tr>
              <a:tr h="545397">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800" b="1" dirty="0" err="1">
                          <a:solidFill>
                            <a:srgbClr val="F9E0B9"/>
                          </a:solidFill>
                        </a:rPr>
                        <a:t>Najv</a:t>
                      </a:r>
                      <a:r>
                        <a:rPr lang="sr-Latn-RS" sz="1800" b="1" dirty="0">
                          <a:solidFill>
                            <a:srgbClr val="F9E0B9"/>
                          </a:solidFill>
                        </a:rPr>
                        <a:t>eća </a:t>
                      </a:r>
                      <a:r>
                        <a:rPr lang="en-US" sz="1800" b="1" dirty="0" err="1">
                          <a:solidFill>
                            <a:srgbClr val="F9E0B9"/>
                          </a:solidFill>
                        </a:rPr>
                        <a:t>gre</a:t>
                      </a:r>
                      <a:r>
                        <a:rPr lang="sr-Latn-RS" sz="1800" b="1" dirty="0">
                          <a:solidFill>
                            <a:srgbClr val="F9E0B9"/>
                          </a:solidFill>
                        </a:rPr>
                        <a:t>ška </a:t>
                      </a:r>
                      <a:r>
                        <a:rPr lang="en-US" sz="1800" b="1" dirty="0">
                          <a:solidFill>
                            <a:srgbClr val="F9E0B9"/>
                          </a:solidFill>
                        </a:rPr>
                        <a:t>[m]</a:t>
                      </a: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solidFill>
                      <a:srgbClr val="00635D"/>
                    </a:solidFill>
                  </a:tcPr>
                </a:tc>
                <a:tc>
                  <a:txBody>
                    <a:bodyPr/>
                    <a:lstStyle/>
                    <a:p>
                      <a:pPr marL="0" algn="ctr" rtl="0" eaLnBrk="1" fontAlgn="ctr" latinLnBrk="0" hangingPunct="1">
                        <a:buNone/>
                      </a:pPr>
                      <a:r>
                        <a:rPr lang="sr-Latn-RS" sz="1800" b="0" i="0" u="none" strike="noStrike" kern="1200" dirty="0">
                          <a:solidFill>
                            <a:srgbClr val="000000"/>
                          </a:solidFill>
                          <a:effectLst/>
                          <a:latin typeface="Century Gothic" panose="020B0502020202020204" pitchFamily="34" charset="0"/>
                        </a:rPr>
                        <a:t>77.35</a:t>
                      </a:r>
                      <a:endParaRPr lang="sr-Latn-RS" sz="1800" b="0" i="0" u="none" strike="noStrike" dirty="0">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tc>
                  <a:txBody>
                    <a:bodyPr/>
                    <a:lstStyle/>
                    <a:p>
                      <a:pPr marL="0" algn="ctr" rtl="0" eaLnBrk="1" fontAlgn="ctr" latinLnBrk="0" hangingPunct="1">
                        <a:buNone/>
                      </a:pPr>
                      <a:r>
                        <a:rPr lang="sr-Latn-RS" sz="1800" b="0" i="0" u="none" strike="noStrike" kern="1200" dirty="0">
                          <a:solidFill>
                            <a:srgbClr val="000000"/>
                          </a:solidFill>
                          <a:effectLst/>
                          <a:latin typeface="Century Gothic" panose="020B0502020202020204" pitchFamily="34" charset="0"/>
                        </a:rPr>
                        <a:t>47.48</a:t>
                      </a:r>
                      <a:endParaRPr lang="sr-Latn-RS" sz="1800" b="0" i="0" u="none" strike="noStrike" dirty="0">
                        <a:effectLst/>
                        <a:latin typeface="Arial" panose="020B0604020202020204" pitchFamily="34" charset="0"/>
                      </a:endParaRPr>
                    </a:p>
                  </a:txBody>
                  <a:tcPr anchor="ctr">
                    <a:lnL w="12700" cap="flat" cmpd="sng" algn="ctr">
                      <a:solidFill>
                        <a:srgbClr val="F9E0B9"/>
                      </a:solidFill>
                      <a:prstDash val="solid"/>
                      <a:round/>
                      <a:headEnd type="none" w="med" len="med"/>
                      <a:tailEnd type="none" w="med" len="med"/>
                    </a:lnL>
                    <a:lnR w="12700" cap="flat" cmpd="sng" algn="ctr">
                      <a:solidFill>
                        <a:srgbClr val="F9E0B9"/>
                      </a:solidFill>
                      <a:prstDash val="solid"/>
                      <a:round/>
                      <a:headEnd type="none" w="med" len="med"/>
                      <a:tailEnd type="none" w="med" len="med"/>
                    </a:lnR>
                    <a:lnT w="12700" cap="flat" cmpd="sng" algn="ctr">
                      <a:solidFill>
                        <a:srgbClr val="F9E0B9"/>
                      </a:solidFill>
                      <a:prstDash val="solid"/>
                      <a:round/>
                      <a:headEnd type="none" w="med" len="med"/>
                      <a:tailEnd type="none" w="med" len="med"/>
                    </a:lnT>
                    <a:lnB w="12700" cap="flat" cmpd="sng" algn="ctr">
                      <a:solidFill>
                        <a:srgbClr val="F9E0B9"/>
                      </a:solidFill>
                      <a:prstDash val="solid"/>
                      <a:round/>
                      <a:headEnd type="none" w="med" len="med"/>
                      <a:tailEnd type="none" w="med" len="med"/>
                    </a:lnB>
                  </a:tcPr>
                </a:tc>
                <a:extLst>
                  <a:ext uri="{0D108BD9-81ED-4DB2-BD59-A6C34878D82A}">
                    <a16:rowId xmlns:a16="http://schemas.microsoft.com/office/drawing/2014/main" val="3093823223"/>
                  </a:ext>
                </a:extLst>
              </a:tr>
            </a:tbl>
          </a:graphicData>
        </a:graphic>
      </p:graphicFrame>
      <p:pic>
        <p:nvPicPr>
          <p:cNvPr id="8" name="Picture 7">
            <a:extLst>
              <a:ext uri="{FF2B5EF4-FFF2-40B4-BE49-F238E27FC236}">
                <a16:creationId xmlns:a16="http://schemas.microsoft.com/office/drawing/2014/main" id="{FC22AA02-9ED3-F045-CF81-3FC8E2842C17}"/>
              </a:ext>
            </a:extLst>
          </p:cNvPr>
          <p:cNvPicPr>
            <a:picLocks noChangeAspect="1"/>
          </p:cNvPicPr>
          <p:nvPr/>
        </p:nvPicPr>
        <p:blipFill>
          <a:blip r:embed="rId4"/>
          <a:stretch>
            <a:fillRect/>
          </a:stretch>
        </p:blipFill>
        <p:spPr>
          <a:xfrm>
            <a:off x="959339" y="502332"/>
            <a:ext cx="5553534" cy="2328972"/>
          </a:xfrm>
          <a:prstGeom prst="rect">
            <a:avLst/>
          </a:prstGeom>
        </p:spPr>
      </p:pic>
      <p:sp>
        <p:nvSpPr>
          <p:cNvPr id="4" name="Rectangle 3">
            <a:extLst>
              <a:ext uri="{FF2B5EF4-FFF2-40B4-BE49-F238E27FC236}">
                <a16:creationId xmlns:a16="http://schemas.microsoft.com/office/drawing/2014/main" id="{E1B4E175-4890-3032-6632-9BF156A11551}"/>
              </a:ext>
            </a:extLst>
          </p:cNvPr>
          <p:cNvSpPr/>
          <p:nvPr/>
        </p:nvSpPr>
        <p:spPr>
          <a:xfrm>
            <a:off x="3887236" y="2859012"/>
            <a:ext cx="1336687" cy="3810734"/>
          </a:xfrm>
          <a:prstGeom prst="rect">
            <a:avLst/>
          </a:prstGeom>
          <a:solidFill>
            <a:srgbClr val="60606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2747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14832-773A-847E-34D3-DE745E6DCE15}"/>
              </a:ext>
            </a:extLst>
          </p:cNvPr>
          <p:cNvSpPr>
            <a:spLocks noGrp="1"/>
          </p:cNvSpPr>
          <p:nvPr>
            <p:ph type="title"/>
          </p:nvPr>
        </p:nvSpPr>
        <p:spPr>
          <a:xfrm>
            <a:off x="550717" y="924339"/>
            <a:ext cx="3990110" cy="1863685"/>
          </a:xfrm>
        </p:spPr>
        <p:txBody>
          <a:bodyPr/>
          <a:lstStyle/>
          <a:p>
            <a:r>
              <a:rPr lang="en-US" dirty="0" err="1"/>
              <a:t>Najbolje</a:t>
            </a:r>
            <a:r>
              <a:rPr lang="en-US" dirty="0"/>
              <a:t> </a:t>
            </a:r>
            <a:r>
              <a:rPr lang="en-US" dirty="0" err="1"/>
              <a:t>karakteristike</a:t>
            </a:r>
            <a:r>
              <a:rPr lang="en-US" dirty="0"/>
              <a:t> </a:t>
            </a:r>
            <a:br>
              <a:rPr lang="en-US" dirty="0"/>
            </a:br>
            <a:endParaRPr lang="en-US" dirty="0"/>
          </a:p>
        </p:txBody>
      </p:sp>
      <p:pic>
        <p:nvPicPr>
          <p:cNvPr id="9" name="Picture 8">
            <a:extLst>
              <a:ext uri="{FF2B5EF4-FFF2-40B4-BE49-F238E27FC236}">
                <a16:creationId xmlns:a16="http://schemas.microsoft.com/office/drawing/2014/main" id="{B5F4A178-F00C-E18F-DD89-3CE560A01CA1}"/>
              </a:ext>
            </a:extLst>
          </p:cNvPr>
          <p:cNvPicPr>
            <a:picLocks noChangeAspect="1"/>
          </p:cNvPicPr>
          <p:nvPr/>
        </p:nvPicPr>
        <p:blipFill>
          <a:blip r:embed="rId2"/>
          <a:srcRect l="12291" t="7163" r="24956" b="10924"/>
          <a:stretch>
            <a:fillRect/>
          </a:stretch>
        </p:blipFill>
        <p:spPr>
          <a:xfrm>
            <a:off x="5684982" y="480290"/>
            <a:ext cx="5483629" cy="4500746"/>
          </a:xfrm>
          <a:prstGeom prst="rect">
            <a:avLst/>
          </a:prstGeom>
        </p:spPr>
      </p:pic>
      <p:sp>
        <p:nvSpPr>
          <p:cNvPr id="18" name="TextBox 17">
            <a:extLst>
              <a:ext uri="{FF2B5EF4-FFF2-40B4-BE49-F238E27FC236}">
                <a16:creationId xmlns:a16="http://schemas.microsoft.com/office/drawing/2014/main" id="{F5321636-B3D5-572C-A0B8-99CAFB2069E3}"/>
              </a:ext>
            </a:extLst>
          </p:cNvPr>
          <p:cNvSpPr txBox="1"/>
          <p:nvPr/>
        </p:nvSpPr>
        <p:spPr>
          <a:xfrm>
            <a:off x="6395960" y="2506423"/>
            <a:ext cx="669228" cy="646331"/>
          </a:xfrm>
          <a:prstGeom prst="rect">
            <a:avLst/>
          </a:prstGeom>
          <a:noFill/>
        </p:spPr>
        <p:txBody>
          <a:bodyPr wrap="square" rtlCol="0">
            <a:spAutoFit/>
          </a:bodyPr>
          <a:lstStyle/>
          <a:p>
            <a:r>
              <a:rPr lang="sr-Latn-RS" sz="3600" b="1" dirty="0">
                <a:solidFill>
                  <a:schemeClr val="bg1"/>
                </a:solidFill>
              </a:rPr>
              <a:t>5</a:t>
            </a:r>
            <a:endParaRPr lang="en-US" sz="3600" b="1" dirty="0">
              <a:solidFill>
                <a:schemeClr val="bg1"/>
              </a:solidFill>
            </a:endParaRPr>
          </a:p>
        </p:txBody>
      </p:sp>
      <p:sp>
        <p:nvSpPr>
          <p:cNvPr id="19" name="TextBox 18">
            <a:extLst>
              <a:ext uri="{FF2B5EF4-FFF2-40B4-BE49-F238E27FC236}">
                <a16:creationId xmlns:a16="http://schemas.microsoft.com/office/drawing/2014/main" id="{9D3B42C1-2E56-1329-9C2E-974BF78833F1}"/>
              </a:ext>
            </a:extLst>
          </p:cNvPr>
          <p:cNvSpPr txBox="1"/>
          <p:nvPr/>
        </p:nvSpPr>
        <p:spPr>
          <a:xfrm>
            <a:off x="7540115" y="2506423"/>
            <a:ext cx="669228" cy="646331"/>
          </a:xfrm>
          <a:prstGeom prst="rect">
            <a:avLst/>
          </a:prstGeom>
          <a:noFill/>
        </p:spPr>
        <p:txBody>
          <a:bodyPr wrap="square" rtlCol="0">
            <a:spAutoFit/>
          </a:bodyPr>
          <a:lstStyle/>
          <a:p>
            <a:r>
              <a:rPr lang="sr-Latn-RS" sz="3600" b="1" dirty="0">
                <a:solidFill>
                  <a:schemeClr val="bg1"/>
                </a:solidFill>
              </a:rPr>
              <a:t>6</a:t>
            </a:r>
            <a:endParaRPr lang="en-US" sz="3600" b="1" dirty="0">
              <a:solidFill>
                <a:schemeClr val="bg1"/>
              </a:solidFill>
            </a:endParaRPr>
          </a:p>
        </p:txBody>
      </p:sp>
      <p:sp>
        <p:nvSpPr>
          <p:cNvPr id="20" name="TextBox 19">
            <a:extLst>
              <a:ext uri="{FF2B5EF4-FFF2-40B4-BE49-F238E27FC236}">
                <a16:creationId xmlns:a16="http://schemas.microsoft.com/office/drawing/2014/main" id="{07DD4132-77BE-5500-0C42-CE6A994BE63B}"/>
              </a:ext>
            </a:extLst>
          </p:cNvPr>
          <p:cNvSpPr txBox="1"/>
          <p:nvPr/>
        </p:nvSpPr>
        <p:spPr>
          <a:xfrm>
            <a:off x="8933606" y="2506423"/>
            <a:ext cx="669228" cy="646331"/>
          </a:xfrm>
          <a:prstGeom prst="rect">
            <a:avLst/>
          </a:prstGeom>
          <a:noFill/>
        </p:spPr>
        <p:txBody>
          <a:bodyPr wrap="square" rtlCol="0">
            <a:spAutoFit/>
          </a:bodyPr>
          <a:lstStyle/>
          <a:p>
            <a:r>
              <a:rPr lang="sr-Latn-RS" sz="3600" b="1" dirty="0">
                <a:solidFill>
                  <a:schemeClr val="bg1"/>
                </a:solidFill>
              </a:rPr>
              <a:t>7</a:t>
            </a:r>
            <a:endParaRPr lang="en-US" sz="3600" b="1" dirty="0">
              <a:solidFill>
                <a:schemeClr val="bg1"/>
              </a:solidFill>
            </a:endParaRPr>
          </a:p>
        </p:txBody>
      </p:sp>
      <p:sp>
        <p:nvSpPr>
          <p:cNvPr id="21" name="TextBox 20">
            <a:extLst>
              <a:ext uri="{FF2B5EF4-FFF2-40B4-BE49-F238E27FC236}">
                <a16:creationId xmlns:a16="http://schemas.microsoft.com/office/drawing/2014/main" id="{96858B81-2A25-DB60-7E8E-559FBD4D96AD}"/>
              </a:ext>
            </a:extLst>
          </p:cNvPr>
          <p:cNvSpPr txBox="1"/>
          <p:nvPr/>
        </p:nvSpPr>
        <p:spPr>
          <a:xfrm>
            <a:off x="10177794" y="2506422"/>
            <a:ext cx="669228" cy="646331"/>
          </a:xfrm>
          <a:prstGeom prst="rect">
            <a:avLst/>
          </a:prstGeom>
          <a:noFill/>
        </p:spPr>
        <p:txBody>
          <a:bodyPr wrap="square" rtlCol="0">
            <a:spAutoFit/>
          </a:bodyPr>
          <a:lstStyle/>
          <a:p>
            <a:r>
              <a:rPr lang="sr-Latn-RS" sz="3600" b="1" dirty="0">
                <a:solidFill>
                  <a:schemeClr val="bg1"/>
                </a:solidFill>
              </a:rPr>
              <a:t>8</a:t>
            </a:r>
            <a:endParaRPr lang="en-US" sz="3600" b="1" dirty="0">
              <a:solidFill>
                <a:schemeClr val="bg1"/>
              </a:solidFill>
            </a:endParaRPr>
          </a:p>
        </p:txBody>
      </p:sp>
      <p:sp>
        <p:nvSpPr>
          <p:cNvPr id="22" name="TextBox 21">
            <a:extLst>
              <a:ext uri="{FF2B5EF4-FFF2-40B4-BE49-F238E27FC236}">
                <a16:creationId xmlns:a16="http://schemas.microsoft.com/office/drawing/2014/main" id="{D04156E0-E193-D20A-1B5B-1B3BAF4BF7C2}"/>
              </a:ext>
            </a:extLst>
          </p:cNvPr>
          <p:cNvSpPr txBox="1"/>
          <p:nvPr/>
        </p:nvSpPr>
        <p:spPr>
          <a:xfrm>
            <a:off x="6319083" y="3624050"/>
            <a:ext cx="669228" cy="646331"/>
          </a:xfrm>
          <a:prstGeom prst="rect">
            <a:avLst/>
          </a:prstGeom>
          <a:noFill/>
        </p:spPr>
        <p:txBody>
          <a:bodyPr wrap="square" rtlCol="0">
            <a:spAutoFit/>
          </a:bodyPr>
          <a:lstStyle/>
          <a:p>
            <a:r>
              <a:rPr lang="sr-Latn-RS" sz="3600" b="1" dirty="0">
                <a:solidFill>
                  <a:schemeClr val="bg1"/>
                </a:solidFill>
              </a:rPr>
              <a:t>9</a:t>
            </a:r>
            <a:endParaRPr lang="en-US" sz="3600" b="1" dirty="0">
              <a:solidFill>
                <a:schemeClr val="bg1"/>
              </a:solidFill>
            </a:endParaRPr>
          </a:p>
        </p:txBody>
      </p:sp>
      <p:sp>
        <p:nvSpPr>
          <p:cNvPr id="23" name="TextBox 22">
            <a:extLst>
              <a:ext uri="{FF2B5EF4-FFF2-40B4-BE49-F238E27FC236}">
                <a16:creationId xmlns:a16="http://schemas.microsoft.com/office/drawing/2014/main" id="{47B2CB6D-8FAC-2020-A38B-7659494A9BF1}"/>
              </a:ext>
            </a:extLst>
          </p:cNvPr>
          <p:cNvSpPr txBox="1"/>
          <p:nvPr/>
        </p:nvSpPr>
        <p:spPr>
          <a:xfrm>
            <a:off x="7385894" y="3624050"/>
            <a:ext cx="780810" cy="646331"/>
          </a:xfrm>
          <a:prstGeom prst="rect">
            <a:avLst/>
          </a:prstGeom>
          <a:noFill/>
        </p:spPr>
        <p:txBody>
          <a:bodyPr wrap="square" rtlCol="0">
            <a:spAutoFit/>
          </a:bodyPr>
          <a:lstStyle/>
          <a:p>
            <a:r>
              <a:rPr lang="sr-Latn-RS" sz="3600" b="1" dirty="0">
                <a:solidFill>
                  <a:schemeClr val="bg1"/>
                </a:solidFill>
              </a:rPr>
              <a:t>10</a:t>
            </a:r>
            <a:endParaRPr lang="en-US" sz="3600" b="1" dirty="0">
              <a:solidFill>
                <a:schemeClr val="bg1"/>
              </a:solidFill>
            </a:endParaRPr>
          </a:p>
        </p:txBody>
      </p:sp>
      <p:sp>
        <p:nvSpPr>
          <p:cNvPr id="24" name="TextBox 23">
            <a:extLst>
              <a:ext uri="{FF2B5EF4-FFF2-40B4-BE49-F238E27FC236}">
                <a16:creationId xmlns:a16="http://schemas.microsoft.com/office/drawing/2014/main" id="{0B7FDC8A-9A4C-C3B7-8997-72DA30CD931A}"/>
              </a:ext>
            </a:extLst>
          </p:cNvPr>
          <p:cNvSpPr txBox="1"/>
          <p:nvPr/>
        </p:nvSpPr>
        <p:spPr>
          <a:xfrm>
            <a:off x="8864924" y="3624052"/>
            <a:ext cx="806592" cy="646331"/>
          </a:xfrm>
          <a:prstGeom prst="rect">
            <a:avLst/>
          </a:prstGeom>
          <a:noFill/>
        </p:spPr>
        <p:txBody>
          <a:bodyPr wrap="square" rtlCol="0">
            <a:spAutoFit/>
          </a:bodyPr>
          <a:lstStyle/>
          <a:p>
            <a:r>
              <a:rPr lang="sr-Latn-RS" sz="3600" b="1" dirty="0">
                <a:solidFill>
                  <a:schemeClr val="bg1"/>
                </a:solidFill>
              </a:rPr>
              <a:t>11</a:t>
            </a:r>
            <a:endParaRPr lang="en-US" sz="3600" b="1" dirty="0">
              <a:solidFill>
                <a:schemeClr val="bg1"/>
              </a:solidFill>
            </a:endParaRPr>
          </a:p>
        </p:txBody>
      </p:sp>
      <p:sp>
        <p:nvSpPr>
          <p:cNvPr id="25" name="TextBox 24">
            <a:extLst>
              <a:ext uri="{FF2B5EF4-FFF2-40B4-BE49-F238E27FC236}">
                <a16:creationId xmlns:a16="http://schemas.microsoft.com/office/drawing/2014/main" id="{631BA9AE-CF7F-F4CC-C711-251692A0A505}"/>
              </a:ext>
            </a:extLst>
          </p:cNvPr>
          <p:cNvSpPr txBox="1"/>
          <p:nvPr/>
        </p:nvSpPr>
        <p:spPr>
          <a:xfrm>
            <a:off x="9983235" y="3624050"/>
            <a:ext cx="773001" cy="646331"/>
          </a:xfrm>
          <a:prstGeom prst="rect">
            <a:avLst/>
          </a:prstGeom>
          <a:noFill/>
        </p:spPr>
        <p:txBody>
          <a:bodyPr wrap="square" rtlCol="0">
            <a:spAutoFit/>
          </a:bodyPr>
          <a:lstStyle/>
          <a:p>
            <a:r>
              <a:rPr lang="sr-Latn-RS" sz="3600" b="1" dirty="0">
                <a:solidFill>
                  <a:schemeClr val="bg1"/>
                </a:solidFill>
              </a:rPr>
              <a:t>12</a:t>
            </a:r>
            <a:endParaRPr lang="en-US" sz="3600" b="1" dirty="0">
              <a:solidFill>
                <a:schemeClr val="bg1"/>
              </a:solidFill>
            </a:endParaRPr>
          </a:p>
        </p:txBody>
      </p:sp>
      <p:sp>
        <p:nvSpPr>
          <p:cNvPr id="26" name="TextBox 25">
            <a:extLst>
              <a:ext uri="{FF2B5EF4-FFF2-40B4-BE49-F238E27FC236}">
                <a16:creationId xmlns:a16="http://schemas.microsoft.com/office/drawing/2014/main" id="{BC669404-AF5B-F9CB-B97F-FE3DAC77AC71}"/>
              </a:ext>
            </a:extLst>
          </p:cNvPr>
          <p:cNvSpPr txBox="1"/>
          <p:nvPr/>
        </p:nvSpPr>
        <p:spPr>
          <a:xfrm>
            <a:off x="6395960" y="1036360"/>
            <a:ext cx="669228" cy="646331"/>
          </a:xfrm>
          <a:prstGeom prst="rect">
            <a:avLst/>
          </a:prstGeom>
          <a:noFill/>
        </p:spPr>
        <p:txBody>
          <a:bodyPr wrap="square" rtlCol="0">
            <a:spAutoFit/>
          </a:bodyPr>
          <a:lstStyle/>
          <a:p>
            <a:r>
              <a:rPr lang="sr-Latn-RS" sz="3600" b="1" dirty="0">
                <a:solidFill>
                  <a:schemeClr val="bg1"/>
                </a:solidFill>
              </a:rPr>
              <a:t>1</a:t>
            </a:r>
            <a:endParaRPr lang="en-US" sz="3600" b="1" dirty="0">
              <a:solidFill>
                <a:schemeClr val="bg1"/>
              </a:solidFill>
            </a:endParaRPr>
          </a:p>
        </p:txBody>
      </p:sp>
      <p:sp>
        <p:nvSpPr>
          <p:cNvPr id="27" name="TextBox 26">
            <a:extLst>
              <a:ext uri="{FF2B5EF4-FFF2-40B4-BE49-F238E27FC236}">
                <a16:creationId xmlns:a16="http://schemas.microsoft.com/office/drawing/2014/main" id="{A4953351-026D-9414-8850-D932D0EBE343}"/>
              </a:ext>
            </a:extLst>
          </p:cNvPr>
          <p:cNvSpPr txBox="1"/>
          <p:nvPr/>
        </p:nvSpPr>
        <p:spPr>
          <a:xfrm>
            <a:off x="7598639" y="1032688"/>
            <a:ext cx="669228" cy="646331"/>
          </a:xfrm>
          <a:prstGeom prst="rect">
            <a:avLst/>
          </a:prstGeom>
          <a:noFill/>
        </p:spPr>
        <p:txBody>
          <a:bodyPr wrap="square" rtlCol="0">
            <a:spAutoFit/>
          </a:bodyPr>
          <a:lstStyle/>
          <a:p>
            <a:r>
              <a:rPr lang="sr-Latn-RS" sz="3600" b="1" dirty="0">
                <a:solidFill>
                  <a:schemeClr val="bg1"/>
                </a:solidFill>
              </a:rPr>
              <a:t>2</a:t>
            </a:r>
            <a:endParaRPr lang="en-US" sz="3600" b="1" dirty="0">
              <a:solidFill>
                <a:schemeClr val="bg1"/>
              </a:solidFill>
            </a:endParaRPr>
          </a:p>
        </p:txBody>
      </p:sp>
      <p:sp>
        <p:nvSpPr>
          <p:cNvPr id="28" name="TextBox 27">
            <a:extLst>
              <a:ext uri="{FF2B5EF4-FFF2-40B4-BE49-F238E27FC236}">
                <a16:creationId xmlns:a16="http://schemas.microsoft.com/office/drawing/2014/main" id="{26E7231B-0301-0D88-03B1-3813FE7FB25C}"/>
              </a:ext>
            </a:extLst>
          </p:cNvPr>
          <p:cNvSpPr txBox="1"/>
          <p:nvPr/>
        </p:nvSpPr>
        <p:spPr>
          <a:xfrm>
            <a:off x="8904509" y="1001307"/>
            <a:ext cx="669228" cy="646331"/>
          </a:xfrm>
          <a:prstGeom prst="rect">
            <a:avLst/>
          </a:prstGeom>
          <a:noFill/>
        </p:spPr>
        <p:txBody>
          <a:bodyPr wrap="square" rtlCol="0">
            <a:spAutoFit/>
          </a:bodyPr>
          <a:lstStyle/>
          <a:p>
            <a:r>
              <a:rPr lang="sr-Latn-RS" sz="3600" b="1" dirty="0">
                <a:solidFill>
                  <a:schemeClr val="bg1"/>
                </a:solidFill>
              </a:rPr>
              <a:t>3</a:t>
            </a:r>
            <a:endParaRPr lang="en-US" sz="3600" b="1" dirty="0">
              <a:solidFill>
                <a:schemeClr val="bg1"/>
              </a:solidFill>
            </a:endParaRPr>
          </a:p>
        </p:txBody>
      </p:sp>
      <p:sp>
        <p:nvSpPr>
          <p:cNvPr id="29" name="TextBox 28">
            <a:extLst>
              <a:ext uri="{FF2B5EF4-FFF2-40B4-BE49-F238E27FC236}">
                <a16:creationId xmlns:a16="http://schemas.microsoft.com/office/drawing/2014/main" id="{6EF4A708-EF98-3E71-0059-35DCAEF5F923}"/>
              </a:ext>
            </a:extLst>
          </p:cNvPr>
          <p:cNvSpPr txBox="1"/>
          <p:nvPr/>
        </p:nvSpPr>
        <p:spPr>
          <a:xfrm>
            <a:off x="10177794" y="1082674"/>
            <a:ext cx="669228" cy="646331"/>
          </a:xfrm>
          <a:prstGeom prst="rect">
            <a:avLst/>
          </a:prstGeom>
          <a:noFill/>
        </p:spPr>
        <p:txBody>
          <a:bodyPr wrap="square" rtlCol="0">
            <a:spAutoFit/>
          </a:bodyPr>
          <a:lstStyle/>
          <a:p>
            <a:r>
              <a:rPr lang="sr-Latn-RS" sz="3600" b="1" dirty="0">
                <a:solidFill>
                  <a:schemeClr val="bg1"/>
                </a:solidFill>
              </a:rPr>
              <a:t>4</a:t>
            </a:r>
            <a:endParaRPr lang="en-US" sz="3600" b="1" dirty="0">
              <a:solidFill>
                <a:schemeClr val="bg1"/>
              </a:solidFill>
            </a:endParaRPr>
          </a:p>
        </p:txBody>
      </p:sp>
      <p:graphicFrame>
        <p:nvGraphicFramePr>
          <p:cNvPr id="8" name="Table 7">
            <a:extLst>
              <a:ext uri="{FF2B5EF4-FFF2-40B4-BE49-F238E27FC236}">
                <a16:creationId xmlns:a16="http://schemas.microsoft.com/office/drawing/2014/main" id="{ADCD00DE-5E3F-2CCF-BE10-764BD5EE9E68}"/>
              </a:ext>
            </a:extLst>
          </p:cNvPr>
          <p:cNvGraphicFramePr>
            <a:graphicFrameLocks noGrp="1"/>
          </p:cNvGraphicFramePr>
          <p:nvPr>
            <p:extLst>
              <p:ext uri="{D42A27DB-BD31-4B8C-83A1-F6EECF244321}">
                <p14:modId xmlns:p14="http://schemas.microsoft.com/office/powerpoint/2010/main" val="1147794674"/>
              </p:ext>
            </p:extLst>
          </p:nvPr>
        </p:nvGraphicFramePr>
        <p:xfrm>
          <a:off x="2708366" y="5114851"/>
          <a:ext cx="9041193" cy="1560652"/>
        </p:xfrm>
        <a:graphic>
          <a:graphicData uri="http://schemas.openxmlformats.org/drawingml/2006/table">
            <a:tbl>
              <a:tblPr firstRow="1" bandRow="1">
                <a:tableStyleId>{1E171933-4619-4E11-9A3F-F7608DF75F80}</a:tableStyleId>
              </a:tblPr>
              <a:tblGrid>
                <a:gridCol w="1004577">
                  <a:extLst>
                    <a:ext uri="{9D8B030D-6E8A-4147-A177-3AD203B41FA5}">
                      <a16:colId xmlns:a16="http://schemas.microsoft.com/office/drawing/2014/main" val="4045772250"/>
                    </a:ext>
                  </a:extLst>
                </a:gridCol>
                <a:gridCol w="1004577">
                  <a:extLst>
                    <a:ext uri="{9D8B030D-6E8A-4147-A177-3AD203B41FA5}">
                      <a16:colId xmlns:a16="http://schemas.microsoft.com/office/drawing/2014/main" val="228887921"/>
                    </a:ext>
                  </a:extLst>
                </a:gridCol>
                <a:gridCol w="1004577">
                  <a:extLst>
                    <a:ext uri="{9D8B030D-6E8A-4147-A177-3AD203B41FA5}">
                      <a16:colId xmlns:a16="http://schemas.microsoft.com/office/drawing/2014/main" val="1490427884"/>
                    </a:ext>
                  </a:extLst>
                </a:gridCol>
                <a:gridCol w="1004577">
                  <a:extLst>
                    <a:ext uri="{9D8B030D-6E8A-4147-A177-3AD203B41FA5}">
                      <a16:colId xmlns:a16="http://schemas.microsoft.com/office/drawing/2014/main" val="2830929247"/>
                    </a:ext>
                  </a:extLst>
                </a:gridCol>
                <a:gridCol w="1004577">
                  <a:extLst>
                    <a:ext uri="{9D8B030D-6E8A-4147-A177-3AD203B41FA5}">
                      <a16:colId xmlns:a16="http://schemas.microsoft.com/office/drawing/2014/main" val="2342619852"/>
                    </a:ext>
                  </a:extLst>
                </a:gridCol>
                <a:gridCol w="1004577">
                  <a:extLst>
                    <a:ext uri="{9D8B030D-6E8A-4147-A177-3AD203B41FA5}">
                      <a16:colId xmlns:a16="http://schemas.microsoft.com/office/drawing/2014/main" val="3019050704"/>
                    </a:ext>
                  </a:extLst>
                </a:gridCol>
                <a:gridCol w="1004577">
                  <a:extLst>
                    <a:ext uri="{9D8B030D-6E8A-4147-A177-3AD203B41FA5}">
                      <a16:colId xmlns:a16="http://schemas.microsoft.com/office/drawing/2014/main" val="2697373250"/>
                    </a:ext>
                  </a:extLst>
                </a:gridCol>
                <a:gridCol w="1004577">
                  <a:extLst>
                    <a:ext uri="{9D8B030D-6E8A-4147-A177-3AD203B41FA5}">
                      <a16:colId xmlns:a16="http://schemas.microsoft.com/office/drawing/2014/main" val="3454970467"/>
                    </a:ext>
                  </a:extLst>
                </a:gridCol>
                <a:gridCol w="1004577">
                  <a:extLst>
                    <a:ext uri="{9D8B030D-6E8A-4147-A177-3AD203B41FA5}">
                      <a16:colId xmlns:a16="http://schemas.microsoft.com/office/drawing/2014/main" val="1750908599"/>
                    </a:ext>
                  </a:extLst>
                </a:gridCol>
              </a:tblGrid>
              <a:tr h="678544">
                <a:tc>
                  <a:txBody>
                    <a:bodyPr/>
                    <a:lstStyle/>
                    <a:p>
                      <a:pPr algn="ctr"/>
                      <a:r>
                        <a:rPr lang="en-US" sz="1200" b="0" dirty="0"/>
                        <a:t>Model</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rgbClr val="00635D"/>
                    </a:solidFill>
                  </a:tcPr>
                </a:tc>
                <a:tc>
                  <a:txBody>
                    <a:bodyPr/>
                    <a:lstStyle/>
                    <a:p>
                      <a:pPr algn="ctr"/>
                      <a:r>
                        <a:rPr lang="sr-Latn-RS" sz="1200" b="0" dirty="0"/>
                        <a:t>Tačnost klasifikacije</a:t>
                      </a:r>
                    </a:p>
                    <a:p>
                      <a:pPr algn="ctr"/>
                      <a:r>
                        <a:rPr lang="en-US" sz="1200" b="0" dirty="0"/>
                        <a:t>[%]</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rgbClr val="00635D"/>
                    </a:solidFill>
                  </a:tcPr>
                </a:tc>
                <a:tc>
                  <a:txBody>
                    <a:bodyPr/>
                    <a:lstStyle/>
                    <a:p>
                      <a:pPr algn="ctr"/>
                      <a:r>
                        <a:rPr lang="sr-Latn-RS" sz="1200" b="0" dirty="0"/>
                        <a:t>Srednja greška </a:t>
                      </a:r>
                      <a:endParaRPr lang="en-US" sz="1200" b="0" dirty="0"/>
                    </a:p>
                    <a:p>
                      <a:pPr algn="ctr"/>
                      <a:r>
                        <a:rPr lang="en-US" sz="1200" b="0" dirty="0"/>
                        <a:t>[m]</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rgbClr val="00635D"/>
                    </a:solidFill>
                  </a:tcPr>
                </a:tc>
                <a:tc>
                  <a:txBody>
                    <a:bodyPr/>
                    <a:lstStyle/>
                    <a:p>
                      <a:pPr algn="ctr"/>
                      <a:r>
                        <a:rPr lang="sr-Latn-RS" sz="1200" b="0" dirty="0"/>
                        <a:t>Medijana greške</a:t>
                      </a:r>
                      <a:endParaRPr lang="en-US" sz="1200" b="0" dirty="0"/>
                    </a:p>
                    <a:p>
                      <a:pPr algn="ctr"/>
                      <a:r>
                        <a:rPr lang="en-US" sz="1200" b="0" dirty="0"/>
                        <a:t>[m]</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rgbClr val="00635D"/>
                    </a:solidFill>
                  </a:tcPr>
                </a:tc>
                <a:tc>
                  <a:txBody>
                    <a:bodyPr/>
                    <a:lstStyle/>
                    <a:p>
                      <a:pPr algn="ctr"/>
                      <a:r>
                        <a:rPr lang="sr-Latn-RS" sz="1200" b="0" dirty="0"/>
                        <a:t>Percentil 67</a:t>
                      </a:r>
                      <a:endParaRPr lang="en-US" sz="1200" b="0" dirty="0"/>
                    </a:p>
                    <a:p>
                      <a:pPr algn="ctr"/>
                      <a:r>
                        <a:rPr lang="en-US" sz="1200" b="0" dirty="0"/>
                        <a:t>[m]</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rgbClr val="00635D"/>
                    </a:solidFill>
                  </a:tcPr>
                </a:tc>
                <a:tc>
                  <a:txBody>
                    <a:bodyPr/>
                    <a:lstStyle/>
                    <a:p>
                      <a:pPr algn="ctr"/>
                      <a:r>
                        <a:rPr lang="sr-Latn-RS" sz="1200" b="0" dirty="0"/>
                        <a:t>Percentil 95</a:t>
                      </a:r>
                      <a:endParaRPr lang="en-US" sz="1200" b="0" dirty="0"/>
                    </a:p>
                    <a:p>
                      <a:pPr algn="ctr"/>
                      <a:r>
                        <a:rPr lang="en-US" sz="1200" b="0" dirty="0"/>
                        <a:t>[m]</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rgbClr val="00635D"/>
                    </a:solidFill>
                  </a:tcPr>
                </a:tc>
                <a:tc>
                  <a:txBody>
                    <a:bodyPr/>
                    <a:lstStyle/>
                    <a:p>
                      <a:pPr algn="ctr"/>
                      <a:r>
                        <a:rPr lang="sr-Latn-RS" sz="1200" b="0" dirty="0"/>
                        <a:t>Standardna devijacija</a:t>
                      </a:r>
                      <a:endParaRPr lang="en-US" sz="1200" b="0" dirty="0"/>
                    </a:p>
                    <a:p>
                      <a:pPr algn="ctr"/>
                      <a:r>
                        <a:rPr lang="en-US" sz="1200" b="0" dirty="0"/>
                        <a:t>[m]</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rgbClr val="00635D"/>
                    </a:solidFill>
                  </a:tcPr>
                </a:tc>
                <a:tc>
                  <a:txBody>
                    <a:bodyPr/>
                    <a:lstStyle/>
                    <a:p>
                      <a:pPr algn="ctr"/>
                      <a:r>
                        <a:rPr lang="sr-Latn-RS" sz="1200" b="0" dirty="0"/>
                        <a:t>Najmanja greška</a:t>
                      </a:r>
                      <a:endParaRPr lang="en-US" sz="1200" b="0" dirty="0"/>
                    </a:p>
                    <a:p>
                      <a:pPr algn="ctr"/>
                      <a:r>
                        <a:rPr lang="en-US" sz="1200" b="0" dirty="0"/>
                        <a:t>[m]</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rgbClr val="00635D"/>
                    </a:solidFill>
                  </a:tcPr>
                </a:tc>
                <a:tc>
                  <a:txBody>
                    <a:bodyPr/>
                    <a:lstStyle/>
                    <a:p>
                      <a:pPr algn="ctr"/>
                      <a:r>
                        <a:rPr lang="sr-Latn-RS" sz="1200" b="0" dirty="0"/>
                        <a:t>Najveća greška</a:t>
                      </a:r>
                      <a:endParaRPr lang="en-US" sz="1200" b="0" dirty="0"/>
                    </a:p>
                    <a:p>
                      <a:pPr algn="ctr"/>
                      <a:r>
                        <a:rPr lang="en-US" sz="1200" b="0" dirty="0"/>
                        <a:t>[m]</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rgbClr val="00635D"/>
                    </a:solidFill>
                  </a:tcPr>
                </a:tc>
                <a:extLst>
                  <a:ext uri="{0D108BD9-81ED-4DB2-BD59-A6C34878D82A}">
                    <a16:rowId xmlns:a16="http://schemas.microsoft.com/office/drawing/2014/main" val="4170415970"/>
                  </a:ext>
                </a:extLst>
              </a:tr>
              <a:tr h="368846">
                <a:tc>
                  <a:txBody>
                    <a:bodyPr/>
                    <a:lstStyle/>
                    <a:p>
                      <a:pPr algn="ctr"/>
                      <a:r>
                        <a:rPr lang="en-US" sz="1200" b="0" dirty="0" err="1"/>
                        <a:t>Osnovni</a:t>
                      </a:r>
                      <a:endParaRPr lang="en-US" sz="1200" b="0" dirty="0"/>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1200" b="0" dirty="0"/>
                        <a:t>/</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1200" b="0" dirty="0"/>
                        <a:t>8.82</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rgbClr val="F9E0B9"/>
                    </a:solidFill>
                  </a:tcPr>
                </a:tc>
                <a:tc>
                  <a:txBody>
                    <a:bodyPr/>
                    <a:lstStyle/>
                    <a:p>
                      <a:pPr algn="ctr"/>
                      <a:r>
                        <a:rPr lang="en-US" sz="1200" b="0" dirty="0"/>
                        <a:t>7.00</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1200" b="0" dirty="0"/>
                        <a:t>9.86</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rgbClr val="F9E0B9"/>
                    </a:solidFill>
                  </a:tcPr>
                </a:tc>
                <a:tc>
                  <a:txBody>
                    <a:bodyPr/>
                    <a:lstStyle/>
                    <a:p>
                      <a:pPr algn="ctr"/>
                      <a:r>
                        <a:rPr lang="en-US" sz="1200" b="0" dirty="0"/>
                        <a:t>19.43</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1200" b="0" dirty="0"/>
                        <a:t>6.48</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rgbClr val="F9E0B9"/>
                    </a:solidFill>
                  </a:tcPr>
                </a:tc>
                <a:tc>
                  <a:txBody>
                    <a:bodyPr/>
                    <a:lstStyle/>
                    <a:p>
                      <a:pPr algn="ctr"/>
                      <a:r>
                        <a:rPr lang="en-US" sz="1200" b="0" dirty="0"/>
                        <a:t>1.49</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1200" b="0" dirty="0"/>
                        <a:t>38.56</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rgbClr val="F9E0B9"/>
                    </a:solidFill>
                  </a:tcPr>
                </a:tc>
                <a:extLst>
                  <a:ext uri="{0D108BD9-81ED-4DB2-BD59-A6C34878D82A}">
                    <a16:rowId xmlns:a16="http://schemas.microsoft.com/office/drawing/2014/main" val="1778341932"/>
                  </a:ext>
                </a:extLst>
              </a:tr>
              <a:tr h="368846">
                <a:tc>
                  <a:txBody>
                    <a:bodyPr/>
                    <a:lstStyle/>
                    <a:p>
                      <a:pPr algn="ctr"/>
                      <a:r>
                        <a:rPr lang="en-US" sz="1200" b="0" dirty="0"/>
                        <a:t>Kona</a:t>
                      </a:r>
                      <a:r>
                        <a:rPr lang="sr-Latn-RS" sz="1200" b="0" dirty="0"/>
                        <a:t>čni</a:t>
                      </a:r>
                      <a:endParaRPr lang="en-US" sz="1200" b="0" dirty="0"/>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1200" b="0" dirty="0"/>
                        <a:t>79.01</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1200" b="0" dirty="0"/>
                        <a:t>7.44</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rgbClr val="F9E0B9"/>
                    </a:solidFill>
                  </a:tcPr>
                </a:tc>
                <a:tc>
                  <a:txBody>
                    <a:bodyPr/>
                    <a:lstStyle/>
                    <a:p>
                      <a:pPr algn="ctr"/>
                      <a:r>
                        <a:rPr lang="en-US" sz="1200" b="0" dirty="0"/>
                        <a:t>5.80</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1200" b="0" dirty="0"/>
                        <a:t>7.92</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rgbClr val="F9E0B9"/>
                    </a:solidFill>
                  </a:tcPr>
                </a:tc>
                <a:tc>
                  <a:txBody>
                    <a:bodyPr/>
                    <a:lstStyle/>
                    <a:p>
                      <a:pPr algn="ctr"/>
                      <a:r>
                        <a:rPr lang="en-US" sz="1200" b="0" dirty="0"/>
                        <a:t>19.34</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1200" b="0" dirty="0"/>
                        <a:t>6.58</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rgbClr val="F9E0B9"/>
                    </a:solidFill>
                  </a:tcPr>
                </a:tc>
                <a:tc>
                  <a:txBody>
                    <a:bodyPr/>
                    <a:lstStyle/>
                    <a:p>
                      <a:pPr algn="ctr"/>
                      <a:r>
                        <a:rPr lang="en-US" sz="1200" b="0" dirty="0"/>
                        <a:t>0.02</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1200" b="0" dirty="0"/>
                        <a:t>41.40</a:t>
                      </a:r>
                    </a:p>
                  </a:txBody>
                  <a:tcPr anchor="ctr">
                    <a:lnL w="19050" cap="flat" cmpd="sng" algn="ctr">
                      <a:solidFill>
                        <a:srgbClr val="F9E0B9"/>
                      </a:solidFill>
                      <a:prstDash val="solid"/>
                      <a:round/>
                      <a:headEnd type="none" w="med" len="med"/>
                      <a:tailEnd type="none" w="med" len="med"/>
                    </a:lnL>
                    <a:lnR w="19050" cap="flat" cmpd="sng" algn="ctr">
                      <a:solidFill>
                        <a:srgbClr val="F9E0B9"/>
                      </a:solidFill>
                      <a:prstDash val="solid"/>
                      <a:round/>
                      <a:headEnd type="none" w="med" len="med"/>
                      <a:tailEnd type="none" w="med" len="med"/>
                    </a:lnR>
                    <a:lnT w="19050" cap="flat" cmpd="sng" algn="ctr">
                      <a:solidFill>
                        <a:srgbClr val="F9E0B9"/>
                      </a:solidFill>
                      <a:prstDash val="solid"/>
                      <a:round/>
                      <a:headEnd type="none" w="med" len="med"/>
                      <a:tailEnd type="none" w="med" len="med"/>
                    </a:lnT>
                    <a:lnB w="19050" cap="flat" cmpd="sng" algn="ctr">
                      <a:solidFill>
                        <a:srgbClr val="F9E0B9"/>
                      </a:solidFill>
                      <a:prstDash val="solid"/>
                      <a:round/>
                      <a:headEnd type="none" w="med" len="med"/>
                      <a:tailEnd type="none" w="med" len="med"/>
                    </a:lnB>
                    <a:lnTlToBr w="12700" cmpd="sng">
                      <a:noFill/>
                      <a:prstDash val="solid"/>
                    </a:lnTlToBr>
                    <a:lnBlToTr w="12700" cmpd="sng">
                      <a:noFill/>
                      <a:prstDash val="solid"/>
                    </a:lnBlToTr>
                    <a:solidFill>
                      <a:srgbClr val="F9E0B9"/>
                    </a:solidFill>
                  </a:tcPr>
                </a:tc>
                <a:extLst>
                  <a:ext uri="{0D108BD9-81ED-4DB2-BD59-A6C34878D82A}">
                    <a16:rowId xmlns:a16="http://schemas.microsoft.com/office/drawing/2014/main" val="4080505350"/>
                  </a:ext>
                </a:extLst>
              </a:tr>
            </a:tbl>
          </a:graphicData>
        </a:graphic>
      </p:graphicFrame>
      <p:sp>
        <p:nvSpPr>
          <p:cNvPr id="3" name="TextBox 2">
            <a:extLst>
              <a:ext uri="{FF2B5EF4-FFF2-40B4-BE49-F238E27FC236}">
                <a16:creationId xmlns:a16="http://schemas.microsoft.com/office/drawing/2014/main" id="{C064F44E-98DA-9498-B274-24DFC5F1CC8E}"/>
              </a:ext>
            </a:extLst>
          </p:cNvPr>
          <p:cNvSpPr txBox="1"/>
          <p:nvPr/>
        </p:nvSpPr>
        <p:spPr>
          <a:xfrm>
            <a:off x="550717" y="2670421"/>
            <a:ext cx="3951835" cy="938719"/>
          </a:xfrm>
          <a:prstGeom prst="rect">
            <a:avLst/>
          </a:prstGeom>
          <a:noFill/>
        </p:spPr>
        <p:txBody>
          <a:bodyPr wrap="square" rtlCol="0">
            <a:spAutoFit/>
          </a:bodyPr>
          <a:lstStyle/>
          <a:p>
            <a:pPr>
              <a:spcAft>
                <a:spcPts val="1800"/>
              </a:spcAft>
            </a:pPr>
            <a:r>
              <a:rPr lang="en-US" sz="2000" dirty="0" err="1"/>
              <a:t>Klasifikacija</a:t>
            </a:r>
            <a:r>
              <a:rPr lang="en-US" sz="2000" dirty="0"/>
              <a:t> - SVC </a:t>
            </a:r>
          </a:p>
          <a:p>
            <a:r>
              <a:rPr lang="en-US" sz="2000" dirty="0" err="1"/>
              <a:t>Broj</a:t>
            </a:r>
            <a:r>
              <a:rPr lang="en-US" sz="2000" dirty="0"/>
              <a:t> </a:t>
            </a:r>
            <a:r>
              <a:rPr lang="en-US" sz="2000" dirty="0" err="1"/>
              <a:t>sektora</a:t>
            </a:r>
            <a:r>
              <a:rPr lang="en-US" sz="2000" dirty="0"/>
              <a:t> - 12</a:t>
            </a:r>
          </a:p>
        </p:txBody>
      </p:sp>
    </p:spTree>
    <p:extLst>
      <p:ext uri="{BB962C8B-B14F-4D97-AF65-F5344CB8AC3E}">
        <p14:creationId xmlns:p14="http://schemas.microsoft.com/office/powerpoint/2010/main" val="2313942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45CB5E3-4413-33DE-78D3-C73EE9C3E913}"/>
              </a:ext>
            </a:extLst>
          </p:cNvPr>
          <p:cNvSpPr>
            <a:spLocks noGrp="1"/>
          </p:cNvSpPr>
          <p:nvPr>
            <p:ph type="title"/>
          </p:nvPr>
        </p:nvSpPr>
        <p:spPr/>
        <p:txBody>
          <a:bodyPr/>
          <a:lstStyle/>
          <a:p>
            <a:r>
              <a:rPr lang="en-US" dirty="0" err="1"/>
              <a:t>Zaklju</a:t>
            </a:r>
            <a:r>
              <a:rPr lang="sr-Latn-RS" dirty="0"/>
              <a:t>čak</a:t>
            </a:r>
            <a:endParaRPr lang="en-US" dirty="0"/>
          </a:p>
        </p:txBody>
      </p:sp>
      <p:sp>
        <p:nvSpPr>
          <p:cNvPr id="8" name="TextBox 7">
            <a:extLst>
              <a:ext uri="{FF2B5EF4-FFF2-40B4-BE49-F238E27FC236}">
                <a16:creationId xmlns:a16="http://schemas.microsoft.com/office/drawing/2014/main" id="{715C4B26-5902-9647-0C09-4F7B28D00BB8}"/>
              </a:ext>
            </a:extLst>
          </p:cNvPr>
          <p:cNvSpPr txBox="1"/>
          <p:nvPr/>
        </p:nvSpPr>
        <p:spPr>
          <a:xfrm>
            <a:off x="4955309" y="924340"/>
            <a:ext cx="6428509" cy="5009321"/>
          </a:xfrm>
          <a:prstGeom prst="rect">
            <a:avLst/>
          </a:prstGeom>
          <a:noFill/>
        </p:spPr>
        <p:txBody>
          <a:bodyPr wrap="square" rtlCol="0" anchor="ctr">
            <a:noAutofit/>
          </a:bodyPr>
          <a:lstStyle/>
          <a:p>
            <a:pPr marL="285750" indent="-285750">
              <a:spcAft>
                <a:spcPts val="2400"/>
              </a:spcAft>
              <a:buFont typeface="Wingdings" panose="05000000000000000000" pitchFamily="2" charset="2"/>
              <a:buChar char="Ø"/>
            </a:pPr>
            <a:r>
              <a:rPr lang="sr-Latn-RS" dirty="0">
                <a:solidFill>
                  <a:srgbClr val="104D4A"/>
                </a:solidFill>
              </a:rPr>
              <a:t>SVM tehnika zadovoljavajući rezultati</a:t>
            </a:r>
          </a:p>
          <a:p>
            <a:pPr marL="285750" indent="-285750">
              <a:spcAft>
                <a:spcPts val="2400"/>
              </a:spcAft>
              <a:buFont typeface="Wingdings" panose="05000000000000000000" pitchFamily="2" charset="2"/>
              <a:buChar char="Ø"/>
            </a:pPr>
            <a:r>
              <a:rPr lang="sr-Latn-RS" dirty="0">
                <a:solidFill>
                  <a:srgbClr val="104D4A"/>
                </a:solidFill>
              </a:rPr>
              <a:t>Uvođenje sektorizacije bolji rezultati</a:t>
            </a:r>
          </a:p>
          <a:p>
            <a:pPr marL="285750" indent="-285750">
              <a:spcAft>
                <a:spcPts val="2400"/>
              </a:spcAft>
              <a:buFont typeface="Wingdings" panose="05000000000000000000" pitchFamily="2" charset="2"/>
              <a:buChar char="Ø"/>
            </a:pPr>
            <a:r>
              <a:rPr lang="sr-Latn-RS" dirty="0">
                <a:solidFill>
                  <a:srgbClr val="104D4A"/>
                </a:solidFill>
              </a:rPr>
              <a:t>Većinsko odlučivanje – bolji rezultati u određenim slučajevima, prostor za napredak</a:t>
            </a:r>
          </a:p>
          <a:p>
            <a:pPr marL="285750" indent="-285750">
              <a:buFont typeface="Wingdings" panose="05000000000000000000" pitchFamily="2" charset="2"/>
              <a:buChar char="Ø"/>
            </a:pPr>
            <a:r>
              <a:rPr lang="sr-Latn-RS" dirty="0">
                <a:solidFill>
                  <a:srgbClr val="104D4A"/>
                </a:solidFill>
              </a:rPr>
              <a:t>Korišćenje složenijih modela od kNN i MLP</a:t>
            </a:r>
            <a:endParaRPr lang="en-US" dirty="0">
              <a:solidFill>
                <a:srgbClr val="104D4A"/>
              </a:solidFill>
            </a:endParaRPr>
          </a:p>
        </p:txBody>
      </p:sp>
    </p:spTree>
    <p:extLst>
      <p:ext uri="{BB962C8B-B14F-4D97-AF65-F5344CB8AC3E}">
        <p14:creationId xmlns:p14="http://schemas.microsoft.com/office/powerpoint/2010/main" val="20243855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05011-03FC-652B-2538-4EAE68ABF80D}"/>
              </a:ext>
            </a:extLst>
          </p:cNvPr>
          <p:cNvSpPr>
            <a:spLocks noGrp="1"/>
          </p:cNvSpPr>
          <p:nvPr>
            <p:ph type="title"/>
          </p:nvPr>
        </p:nvSpPr>
        <p:spPr>
          <a:xfrm>
            <a:off x="770660" y="1017858"/>
            <a:ext cx="10650681" cy="2719255"/>
          </a:xfrm>
        </p:spPr>
        <p:txBody>
          <a:bodyPr/>
          <a:lstStyle/>
          <a:p>
            <a:pPr lvl="0"/>
            <a:r>
              <a:rPr lang="sr-Latn-RS" dirty="0"/>
              <a:t>Hvala na pažnji!</a:t>
            </a:r>
            <a:endParaRPr lang="en-US" noProof="0" dirty="0"/>
          </a:p>
        </p:txBody>
      </p:sp>
      <p:sp>
        <p:nvSpPr>
          <p:cNvPr id="3" name="Text Placeholder 2">
            <a:extLst>
              <a:ext uri="{FF2B5EF4-FFF2-40B4-BE49-F238E27FC236}">
                <a16:creationId xmlns:a16="http://schemas.microsoft.com/office/drawing/2014/main" id="{411A2349-EF0B-F33D-13F9-826241461648}"/>
              </a:ext>
            </a:extLst>
          </p:cNvPr>
          <p:cNvSpPr>
            <a:spLocks noGrp="1"/>
          </p:cNvSpPr>
          <p:nvPr>
            <p:ph type="body" sz="quarter" idx="14"/>
          </p:nvPr>
        </p:nvSpPr>
        <p:spPr>
          <a:xfrm>
            <a:off x="770660" y="4042066"/>
            <a:ext cx="10650681" cy="659243"/>
          </a:xfrm>
        </p:spPr>
        <p:txBody>
          <a:bodyPr>
            <a:normAutofit/>
          </a:bodyPr>
          <a:lstStyle/>
          <a:p>
            <a:pPr lvl="0"/>
            <a:r>
              <a:rPr lang="sr-Latn-RS" sz="2400" noProof="0" dirty="0"/>
              <a:t>Luka Hadžić 2020/0385</a:t>
            </a:r>
            <a:endParaRPr lang="en-US" sz="2400" noProof="0" dirty="0"/>
          </a:p>
        </p:txBody>
      </p:sp>
    </p:spTree>
    <p:extLst>
      <p:ext uri="{BB962C8B-B14F-4D97-AF65-F5344CB8AC3E}">
        <p14:creationId xmlns:p14="http://schemas.microsoft.com/office/powerpoint/2010/main" val="36636579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TM11381587_Win32_SL_v6" id="{5005B820-A0B7-49EA-8569-DCF0CD2DBB9D}" vid="{2E48C80D-E25D-44C4-BCFD-F1465E9B61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272B3831-C4F2-498C-8E5F-F8D6F90548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9F0C84-2C14-4FB8-88C2-9577181F2CC2}">
  <ds:schemaRefs>
    <ds:schemaRef ds:uri="http://schemas.microsoft.com/sharepoint/v3/contenttype/forms"/>
  </ds:schemaRefs>
</ds:datastoreItem>
</file>

<file path=customXml/itemProps3.xml><?xml version="1.0" encoding="utf-8"?>
<ds:datastoreItem xmlns:ds="http://schemas.openxmlformats.org/officeDocument/2006/customXml" ds:itemID="{E4ACCF44-01D5-4C40-9EAC-D3C3683409F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Liquid void presentation</Template>
  <TotalTime>299</TotalTime>
  <Words>545</Words>
  <Application>Microsoft Office PowerPoint</Application>
  <PresentationFormat>Widescreen</PresentationFormat>
  <Paragraphs>206</Paragraphs>
  <Slides>13</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Century Gothic</vt:lpstr>
      <vt:lpstr>Wingdings</vt:lpstr>
      <vt:lpstr>Wingdings 2</vt:lpstr>
      <vt:lpstr>Quotable</vt:lpstr>
      <vt:lpstr>Tema: Pozicioniranje korisnika u indoor okruženu primenom tehnika mašinskog učenja</vt:lpstr>
      <vt:lpstr>Sadržaj</vt:lpstr>
      <vt:lpstr>Ideja</vt:lpstr>
      <vt:lpstr>Prikupljanje podataka</vt:lpstr>
      <vt:lpstr>Obrada podataka</vt:lpstr>
      <vt:lpstr>Osnovni sistem</vt:lpstr>
      <vt:lpstr>Sektorizacija prostora</vt:lpstr>
      <vt:lpstr>Sistem sa sektorizacijom prostora</vt:lpstr>
      <vt:lpstr>Većinsko odlučivanje</vt:lpstr>
      <vt:lpstr>Sistem sa većinskim odlučivanjem</vt:lpstr>
      <vt:lpstr>Najbolje karakteristike  </vt:lpstr>
      <vt:lpstr>Zaključak</vt:lpstr>
      <vt:lpstr>Hvala na pažnji!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Лука Хаџић</dc:creator>
  <cp:lastModifiedBy>Лука Хаџић</cp:lastModifiedBy>
  <cp:revision>146</cp:revision>
  <dcterms:created xsi:type="dcterms:W3CDTF">2025-10-16T12:45:33Z</dcterms:created>
  <dcterms:modified xsi:type="dcterms:W3CDTF">2025-10-19T12:46:59Z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